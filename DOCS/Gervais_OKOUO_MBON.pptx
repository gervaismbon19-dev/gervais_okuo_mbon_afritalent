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58" r:id="rId6"/>
    <p:sldId id="259" r:id="rId7"/>
    <p:sldId id="263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3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0E6"/>
    <a:srgbClr val="FDFDFD"/>
    <a:srgbClr val="E06E00"/>
    <a:srgbClr val="000000"/>
    <a:srgbClr val="FF7A00"/>
    <a:srgbClr val="E2E2E2"/>
    <a:srgbClr val="00C896"/>
    <a:srgbClr val="ED7D31"/>
    <a:srgbClr val="FF7B00"/>
    <a:srgbClr val="81FF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09" autoAdjust="0"/>
    <p:restoredTop sz="94502" autoAdjust="0"/>
  </p:normalViewPr>
  <p:slideViewPr>
    <p:cSldViewPr snapToGrid="0" showGuides="1">
      <p:cViewPr>
        <p:scale>
          <a:sx n="70" d="100"/>
          <a:sy n="70" d="100"/>
        </p:scale>
        <p:origin x="-420" y="672"/>
      </p:cViewPr>
      <p:guideLst>
        <p:guide orient="horz" pos="1933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70D435-EC8F-4691-8191-513ED01F3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2C0D879-D61F-49F8-8DD0-47B7BC4E63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DCBD63-FCAE-461C-9F3B-ECCAB7EC2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057D-C206-4D79-BE25-FB01E2910D9E}" type="datetimeFigureOut">
              <a:rPr lang="fr-FR" smtClean="0"/>
              <a:t>01/07/2026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65BF57-E735-4B64-95A7-8C0B90B21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156138-CCA4-40D9-8A1A-C9946BB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54D8-F043-4276-9848-98C15CF308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6413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DB9F58-9B28-492C-8036-CEEB5E6B1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F68442-6D6D-45E1-B127-792A9761F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BF67EAE-FD35-4434-964D-0DC9900CE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057D-C206-4D79-BE25-FB01E2910D9E}" type="datetimeFigureOut">
              <a:rPr lang="fr-FR" smtClean="0"/>
              <a:t>01/07/2026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569B16-5903-4630-8EE1-173BEB421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1A8207-4AF6-49FA-89A4-A9F706BA8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54D8-F043-4276-9848-98C15CF308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3024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7B214C-A30D-43C3-8E8C-C78775D37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2FFFD2-E339-4C53-8940-84B30AC4A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E3803F-904B-4A9B-80A9-72113C016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057D-C206-4D79-BE25-FB01E2910D9E}" type="datetimeFigureOut">
              <a:rPr lang="fr-FR" smtClean="0"/>
              <a:t>01/07/2026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B117B3-3478-471F-AD36-BE2120596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997371-396C-4459-945C-1D5AB5E25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54D8-F043-4276-9848-98C15CF308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4254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EB11A9-2F9A-43F6-B4DC-D807849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AEC519-3B50-42B5-AF7A-7CFDC208C8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FA34638-10A5-463C-A1F5-5838ABCF6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963B521-A387-4496-89E8-6A8D81345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057D-C206-4D79-BE25-FB01E2910D9E}" type="datetimeFigureOut">
              <a:rPr lang="fr-FR" smtClean="0"/>
              <a:t>01/07/2026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2EA1B0-9EC3-44A2-829E-A6A17FE7B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1EF94B5-B01A-4745-9FBD-D9E4FF0A1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54D8-F043-4276-9848-98C15CF308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4567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6DA1A6-1298-430A-996D-3EC374441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4DE5C76-49CC-43AB-AC2C-C1E3BF051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15C472A-FB67-47DC-AB53-A325EDF41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DB5CE36-3450-4EA6-9316-62A5CE8889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6380D36-0C17-4E08-9D13-51D028B2A9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D2E945D-11F9-446B-B056-F57296641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057D-C206-4D79-BE25-FB01E2910D9E}" type="datetimeFigureOut">
              <a:rPr lang="fr-FR" smtClean="0"/>
              <a:t>01/07/2026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3C3D358-8654-45B6-B589-C6EF60792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A15F9DC-035C-4D2D-918E-11BEBE36E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54D8-F043-4276-9848-98C15CF308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520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0E96D2-89F7-49E7-A04B-6E83FAA8E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789D71D-74CC-4EDF-8FD9-B07C9EB59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057D-C206-4D79-BE25-FB01E2910D9E}" type="datetimeFigureOut">
              <a:rPr lang="fr-FR" smtClean="0"/>
              <a:t>01/07/2026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1DE9112-67F6-4D7C-84FA-D3527DB9E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9768C27-6647-410C-BB89-009582FD2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54D8-F043-4276-9848-98C15CF308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803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CB22F0A-9EDC-4396-A226-6F65106A6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057D-C206-4D79-BE25-FB01E2910D9E}" type="datetimeFigureOut">
              <a:rPr lang="fr-FR" smtClean="0"/>
              <a:t>01/07/2026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F938A8C-4C40-42E9-AEF3-9DFF5BD8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66C4A17-E821-42B5-A7C5-318AC45CE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54D8-F043-4276-9848-98C15CF308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5316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64458E-F83E-4AF4-BC3E-633A49426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32441C-E6EA-4735-B62B-A796FD0E7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44085F0-5154-4093-AE4B-37E7622771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57D264A-725F-4267-BE03-D400834C2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057D-C206-4D79-BE25-FB01E2910D9E}" type="datetimeFigureOut">
              <a:rPr lang="fr-FR" smtClean="0"/>
              <a:t>01/07/2026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6744296-9A9A-414A-B7A1-FFED97CE6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6B330AB-CC88-46F2-8583-A11243850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54D8-F043-4276-9848-98C15CF308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863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05D674-EB22-4FDC-B2E4-B027B830E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45A849C-7E35-4DD1-8771-14825D73EB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70B1858-D281-451A-86DC-B526BF956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B50DA80-9D22-4B90-8FA3-C39CB6471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057D-C206-4D79-BE25-FB01E2910D9E}" type="datetimeFigureOut">
              <a:rPr lang="fr-FR" smtClean="0"/>
              <a:t>01/07/2026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1635958-007D-4350-867D-BAEEDB510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4828304-CD83-4371-85CB-227A94836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54D8-F043-4276-9848-98C15CF308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6431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C2C3CC-3C76-4118-AF20-BDB0271B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FFDCA06-9F68-4A24-90E5-1F48D6095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F16EC1-0D87-4FF7-BF42-26C516EFD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057D-C206-4D79-BE25-FB01E2910D9E}" type="datetimeFigureOut">
              <a:rPr lang="fr-FR" smtClean="0"/>
              <a:t>01/07/2026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C1B81D-A89A-406C-98DF-6916B5FEB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AE5E02-B7FB-42D2-A2DB-0634B8D78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54D8-F043-4276-9848-98C15CF308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0330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47B97FA-9E86-45CB-AD91-D1E8D464C9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4510205-FC06-4EBD-84F4-4B0FA749C5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C41573-FBBC-4C27-8D3C-AEDFE20A9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057D-C206-4D79-BE25-FB01E2910D9E}" type="datetimeFigureOut">
              <a:rPr lang="fr-FR" smtClean="0"/>
              <a:t>01/07/2026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87C0D6-228E-4BDD-B7FE-5DA623D7D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4F60B07-A973-4E36-A167-BC683DA91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54D8-F043-4276-9848-98C15CF308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8137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4C2B9AC-E4BF-4CF5-B951-8807117B2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CE3633-5B20-4B3C-BEDD-24BC07CA6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9EC70D-13F7-446F-A7F0-A5FEFA68D8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6E057D-C206-4D79-BE25-FB01E2910D9E}" type="datetimeFigureOut">
              <a:rPr lang="fr-FR" smtClean="0"/>
              <a:t>01/07/2026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91C24C-320A-4506-A9E1-2CC2BA06EE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0B0E41-AC09-4508-B6AE-F017E3433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A54D8-F043-4276-9848-98C15CF308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3589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ervaismbon19-dev.github.io/Gervais_OKUO_MBON_AfriTalent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27FC623F-44E6-428A-A6D7-BD3AC3EAB26C}"/>
              </a:ext>
            </a:extLst>
          </p:cNvPr>
          <p:cNvGrpSpPr/>
          <p:nvPr/>
        </p:nvGrpSpPr>
        <p:grpSpPr>
          <a:xfrm rot="2000084">
            <a:off x="8472055" y="153353"/>
            <a:ext cx="2834640" cy="5760720"/>
            <a:chOff x="8732520" y="594360"/>
            <a:chExt cx="2834640" cy="5760720"/>
          </a:xfrm>
        </p:grpSpPr>
        <p:sp>
          <p:nvSpPr>
            <p:cNvPr id="21" name="Shape 0">
              <a:extLst>
                <a:ext uri="{FF2B5EF4-FFF2-40B4-BE49-F238E27FC236}">
                  <a16:creationId xmlns:a16="http://schemas.microsoft.com/office/drawing/2014/main" id="{CE7F5D47-5E02-4546-B2C1-4220BA024DF6}"/>
                </a:ext>
              </a:extLst>
            </p:cNvPr>
            <p:cNvSpPr/>
            <p:nvPr/>
          </p:nvSpPr>
          <p:spPr>
            <a:xfrm flipV="1">
              <a:off x="8869680" y="640080"/>
              <a:ext cx="1463040" cy="274320"/>
            </a:xfrm>
            <a:prstGeom prst="line">
              <a:avLst/>
            </a:prstGeom>
            <a:noFill/>
            <a:ln w="9525">
              <a:solidFill>
                <a:srgbClr val="E8A93A">
                  <a:alpha val="45000"/>
                </a:srgbClr>
              </a:solidFill>
              <a:prstDash val="solid"/>
            </a:ln>
          </p:spPr>
        </p:sp>
        <p:sp>
          <p:nvSpPr>
            <p:cNvPr id="22" name="Shape 1">
              <a:extLst>
                <a:ext uri="{FF2B5EF4-FFF2-40B4-BE49-F238E27FC236}">
                  <a16:creationId xmlns:a16="http://schemas.microsoft.com/office/drawing/2014/main" id="{9A9133CF-538D-4703-8C40-8C4F45E1E2DB}"/>
                </a:ext>
              </a:extLst>
            </p:cNvPr>
            <p:cNvSpPr/>
            <p:nvPr/>
          </p:nvSpPr>
          <p:spPr>
            <a:xfrm>
              <a:off x="10332720" y="640080"/>
              <a:ext cx="1005840" cy="822960"/>
            </a:xfrm>
            <a:prstGeom prst="line">
              <a:avLst/>
            </a:prstGeom>
            <a:noFill/>
            <a:ln w="9525">
              <a:solidFill>
                <a:srgbClr val="E8A93A">
                  <a:alpha val="45000"/>
                </a:srgbClr>
              </a:solidFill>
              <a:prstDash val="solid"/>
            </a:ln>
          </p:spPr>
        </p:sp>
        <p:sp>
          <p:nvSpPr>
            <p:cNvPr id="23" name="Shape 2">
              <a:extLst>
                <a:ext uri="{FF2B5EF4-FFF2-40B4-BE49-F238E27FC236}">
                  <a16:creationId xmlns:a16="http://schemas.microsoft.com/office/drawing/2014/main" id="{B67C4F4A-BC5F-4514-9049-7135EAF3ABF9}"/>
                </a:ext>
              </a:extLst>
            </p:cNvPr>
            <p:cNvSpPr/>
            <p:nvPr/>
          </p:nvSpPr>
          <p:spPr>
            <a:xfrm>
              <a:off x="8869680" y="914400"/>
              <a:ext cx="731520" cy="1097280"/>
            </a:xfrm>
            <a:prstGeom prst="line">
              <a:avLst/>
            </a:prstGeom>
            <a:noFill/>
            <a:ln w="9525">
              <a:solidFill>
                <a:srgbClr val="E8A93A">
                  <a:alpha val="45000"/>
                </a:srgbClr>
              </a:solidFill>
              <a:prstDash val="solid"/>
            </a:ln>
          </p:spPr>
        </p:sp>
        <p:sp>
          <p:nvSpPr>
            <p:cNvPr id="24" name="Shape 3">
              <a:extLst>
                <a:ext uri="{FF2B5EF4-FFF2-40B4-BE49-F238E27FC236}">
                  <a16:creationId xmlns:a16="http://schemas.microsoft.com/office/drawing/2014/main" id="{0F9F0736-2241-43FE-B592-F1A463B5AB8A}"/>
                </a:ext>
              </a:extLst>
            </p:cNvPr>
            <p:cNvSpPr/>
            <p:nvPr/>
          </p:nvSpPr>
          <p:spPr>
            <a:xfrm flipH="1">
              <a:off x="10972800" y="1463040"/>
              <a:ext cx="365760" cy="1280160"/>
            </a:xfrm>
            <a:prstGeom prst="line">
              <a:avLst/>
            </a:prstGeom>
            <a:noFill/>
            <a:ln w="9525">
              <a:solidFill>
                <a:srgbClr val="E8A93A">
                  <a:alpha val="45000"/>
                </a:srgbClr>
              </a:solidFill>
              <a:prstDash val="solid"/>
            </a:ln>
          </p:spPr>
        </p:sp>
        <p:sp>
          <p:nvSpPr>
            <p:cNvPr id="25" name="Shape 4">
              <a:extLst>
                <a:ext uri="{FF2B5EF4-FFF2-40B4-BE49-F238E27FC236}">
                  <a16:creationId xmlns:a16="http://schemas.microsoft.com/office/drawing/2014/main" id="{EA2C57E1-DF03-4A50-8F65-C1093F9BB046}"/>
                </a:ext>
              </a:extLst>
            </p:cNvPr>
            <p:cNvSpPr/>
            <p:nvPr/>
          </p:nvSpPr>
          <p:spPr>
            <a:xfrm flipH="1">
              <a:off x="9052560" y="2011680"/>
              <a:ext cx="548640" cy="1097280"/>
            </a:xfrm>
            <a:prstGeom prst="line">
              <a:avLst/>
            </a:prstGeom>
            <a:noFill/>
            <a:ln w="9525">
              <a:solidFill>
                <a:srgbClr val="E8A93A">
                  <a:alpha val="45000"/>
                </a:srgbClr>
              </a:solidFill>
              <a:prstDash val="solid"/>
            </a:ln>
          </p:spPr>
        </p:sp>
        <p:sp>
          <p:nvSpPr>
            <p:cNvPr id="26" name="Shape 5">
              <a:extLst>
                <a:ext uri="{FF2B5EF4-FFF2-40B4-BE49-F238E27FC236}">
                  <a16:creationId xmlns:a16="http://schemas.microsoft.com/office/drawing/2014/main" id="{2397D054-ACAF-4012-9455-BE28AEB17C84}"/>
                </a:ext>
              </a:extLst>
            </p:cNvPr>
            <p:cNvSpPr/>
            <p:nvPr/>
          </p:nvSpPr>
          <p:spPr>
            <a:xfrm flipH="1">
              <a:off x="10424160" y="2743200"/>
              <a:ext cx="548640" cy="1097280"/>
            </a:xfrm>
            <a:prstGeom prst="line">
              <a:avLst/>
            </a:prstGeom>
            <a:noFill/>
            <a:ln w="9525">
              <a:solidFill>
                <a:srgbClr val="E8A93A">
                  <a:alpha val="45000"/>
                </a:srgbClr>
              </a:solidFill>
              <a:prstDash val="solid"/>
            </a:ln>
          </p:spPr>
        </p:sp>
        <p:sp>
          <p:nvSpPr>
            <p:cNvPr id="27" name="Shape 6">
              <a:extLst>
                <a:ext uri="{FF2B5EF4-FFF2-40B4-BE49-F238E27FC236}">
                  <a16:creationId xmlns:a16="http://schemas.microsoft.com/office/drawing/2014/main" id="{548C0CE4-A110-434E-B7E5-58F3F88CC0E2}"/>
                </a:ext>
              </a:extLst>
            </p:cNvPr>
            <p:cNvSpPr/>
            <p:nvPr/>
          </p:nvSpPr>
          <p:spPr>
            <a:xfrm>
              <a:off x="9052560" y="3108960"/>
              <a:ext cx="2468880" cy="1463040"/>
            </a:xfrm>
            <a:prstGeom prst="line">
              <a:avLst/>
            </a:prstGeom>
            <a:noFill/>
            <a:ln w="9525">
              <a:solidFill>
                <a:srgbClr val="E8A93A">
                  <a:alpha val="45000"/>
                </a:srgbClr>
              </a:solidFill>
              <a:prstDash val="solid"/>
            </a:ln>
          </p:spPr>
        </p:sp>
        <p:sp>
          <p:nvSpPr>
            <p:cNvPr id="28" name="Shape 7">
              <a:extLst>
                <a:ext uri="{FF2B5EF4-FFF2-40B4-BE49-F238E27FC236}">
                  <a16:creationId xmlns:a16="http://schemas.microsoft.com/office/drawing/2014/main" id="{79D83722-561F-4DD6-A69E-FCDAC6260FA8}"/>
                </a:ext>
              </a:extLst>
            </p:cNvPr>
            <p:cNvSpPr/>
            <p:nvPr/>
          </p:nvSpPr>
          <p:spPr>
            <a:xfrm>
              <a:off x="10424160" y="3840480"/>
              <a:ext cx="1097280" cy="731520"/>
            </a:xfrm>
            <a:prstGeom prst="line">
              <a:avLst/>
            </a:prstGeom>
            <a:noFill/>
            <a:ln w="9525">
              <a:solidFill>
                <a:srgbClr val="E8A93A">
                  <a:alpha val="45000"/>
                </a:srgbClr>
              </a:solidFill>
              <a:prstDash val="solid"/>
            </a:ln>
          </p:spPr>
        </p:sp>
        <p:sp>
          <p:nvSpPr>
            <p:cNvPr id="29" name="Shape 8">
              <a:extLst>
                <a:ext uri="{FF2B5EF4-FFF2-40B4-BE49-F238E27FC236}">
                  <a16:creationId xmlns:a16="http://schemas.microsoft.com/office/drawing/2014/main" id="{D0121B91-B137-45B3-96A5-8FBC1F00902B}"/>
                </a:ext>
              </a:extLst>
            </p:cNvPr>
            <p:cNvSpPr/>
            <p:nvPr/>
          </p:nvSpPr>
          <p:spPr>
            <a:xfrm>
              <a:off x="9052560" y="3108960"/>
              <a:ext cx="365760" cy="1554480"/>
            </a:xfrm>
            <a:prstGeom prst="line">
              <a:avLst/>
            </a:prstGeom>
            <a:noFill/>
            <a:ln w="9525">
              <a:solidFill>
                <a:srgbClr val="E8A93A">
                  <a:alpha val="45000"/>
                </a:srgbClr>
              </a:solidFill>
              <a:prstDash val="solid"/>
            </a:ln>
          </p:spPr>
        </p:sp>
        <p:sp>
          <p:nvSpPr>
            <p:cNvPr id="30" name="Shape 9">
              <a:extLst>
                <a:ext uri="{FF2B5EF4-FFF2-40B4-BE49-F238E27FC236}">
                  <a16:creationId xmlns:a16="http://schemas.microsoft.com/office/drawing/2014/main" id="{47960571-4872-4187-B170-9EC7CB6FE26A}"/>
                </a:ext>
              </a:extLst>
            </p:cNvPr>
            <p:cNvSpPr/>
            <p:nvPr/>
          </p:nvSpPr>
          <p:spPr>
            <a:xfrm flipH="1">
              <a:off x="8778240" y="4663440"/>
              <a:ext cx="640080" cy="822960"/>
            </a:xfrm>
            <a:prstGeom prst="line">
              <a:avLst/>
            </a:prstGeom>
            <a:noFill/>
            <a:ln w="9525">
              <a:solidFill>
                <a:srgbClr val="E8A93A">
                  <a:alpha val="45000"/>
                </a:srgbClr>
              </a:solidFill>
              <a:prstDash val="solid"/>
            </a:ln>
          </p:spPr>
        </p:sp>
        <p:sp>
          <p:nvSpPr>
            <p:cNvPr id="31" name="Shape 10">
              <a:extLst>
                <a:ext uri="{FF2B5EF4-FFF2-40B4-BE49-F238E27FC236}">
                  <a16:creationId xmlns:a16="http://schemas.microsoft.com/office/drawing/2014/main" id="{65BE189E-44A4-45BD-B998-C742A4C08A86}"/>
                </a:ext>
              </a:extLst>
            </p:cNvPr>
            <p:cNvSpPr/>
            <p:nvPr/>
          </p:nvSpPr>
          <p:spPr>
            <a:xfrm flipH="1">
              <a:off x="10607040" y="4572000"/>
              <a:ext cx="914400" cy="1188720"/>
            </a:xfrm>
            <a:prstGeom prst="line">
              <a:avLst/>
            </a:prstGeom>
            <a:noFill/>
            <a:ln w="9525">
              <a:solidFill>
                <a:srgbClr val="E8A93A">
                  <a:alpha val="45000"/>
                </a:srgbClr>
              </a:solidFill>
              <a:prstDash val="solid"/>
            </a:ln>
          </p:spPr>
        </p:sp>
        <p:sp>
          <p:nvSpPr>
            <p:cNvPr id="32" name="Shape 11">
              <a:extLst>
                <a:ext uri="{FF2B5EF4-FFF2-40B4-BE49-F238E27FC236}">
                  <a16:creationId xmlns:a16="http://schemas.microsoft.com/office/drawing/2014/main" id="{AC1D63DE-66EA-493B-A603-A9F19DB7E395}"/>
                </a:ext>
              </a:extLst>
            </p:cNvPr>
            <p:cNvSpPr/>
            <p:nvPr/>
          </p:nvSpPr>
          <p:spPr>
            <a:xfrm>
              <a:off x="8778240" y="5486400"/>
              <a:ext cx="1828800" cy="274320"/>
            </a:xfrm>
            <a:prstGeom prst="line">
              <a:avLst/>
            </a:prstGeom>
            <a:noFill/>
            <a:ln w="9525">
              <a:solidFill>
                <a:srgbClr val="E8A93A">
                  <a:alpha val="45000"/>
                </a:srgbClr>
              </a:solidFill>
              <a:prstDash val="solid"/>
            </a:ln>
          </p:spPr>
        </p:sp>
        <p:sp>
          <p:nvSpPr>
            <p:cNvPr id="33" name="Shape 12">
              <a:extLst>
                <a:ext uri="{FF2B5EF4-FFF2-40B4-BE49-F238E27FC236}">
                  <a16:creationId xmlns:a16="http://schemas.microsoft.com/office/drawing/2014/main" id="{5924BF4C-6E8B-4C7A-A8FD-DCD545F97FF7}"/>
                </a:ext>
              </a:extLst>
            </p:cNvPr>
            <p:cNvSpPr/>
            <p:nvPr/>
          </p:nvSpPr>
          <p:spPr>
            <a:xfrm>
              <a:off x="10607040" y="5760720"/>
              <a:ext cx="640080" cy="548640"/>
            </a:xfrm>
            <a:prstGeom prst="line">
              <a:avLst/>
            </a:prstGeom>
            <a:noFill/>
            <a:ln w="9525">
              <a:solidFill>
                <a:srgbClr val="E8A93A">
                  <a:alpha val="45000"/>
                </a:srgbClr>
              </a:solidFill>
              <a:prstDash val="solid"/>
            </a:ln>
          </p:spPr>
        </p:sp>
        <p:sp>
          <p:nvSpPr>
            <p:cNvPr id="34" name="Shape 13">
              <a:extLst>
                <a:ext uri="{FF2B5EF4-FFF2-40B4-BE49-F238E27FC236}">
                  <a16:creationId xmlns:a16="http://schemas.microsoft.com/office/drawing/2014/main" id="{39543F17-4A2E-444A-BAFD-ED5A96E91744}"/>
                </a:ext>
              </a:extLst>
            </p:cNvPr>
            <p:cNvSpPr/>
            <p:nvPr/>
          </p:nvSpPr>
          <p:spPr>
            <a:xfrm>
              <a:off x="8823960" y="868680"/>
              <a:ext cx="91440" cy="91440"/>
            </a:xfrm>
            <a:prstGeom prst="ellipse">
              <a:avLst/>
            </a:prstGeom>
            <a:solidFill>
              <a:srgbClr val="E8A93A">
                <a:alpha val="85000"/>
              </a:srgbClr>
            </a:solidFill>
            <a:ln/>
          </p:spPr>
        </p:sp>
        <p:sp>
          <p:nvSpPr>
            <p:cNvPr id="35" name="Shape 14">
              <a:extLst>
                <a:ext uri="{FF2B5EF4-FFF2-40B4-BE49-F238E27FC236}">
                  <a16:creationId xmlns:a16="http://schemas.microsoft.com/office/drawing/2014/main" id="{CCD24885-595F-46BA-9C0F-0217EB81ACD8}"/>
                </a:ext>
              </a:extLst>
            </p:cNvPr>
            <p:cNvSpPr/>
            <p:nvPr/>
          </p:nvSpPr>
          <p:spPr>
            <a:xfrm>
              <a:off x="10287000" y="594360"/>
              <a:ext cx="91440" cy="91440"/>
            </a:xfrm>
            <a:prstGeom prst="ellipse">
              <a:avLst/>
            </a:prstGeom>
            <a:solidFill>
              <a:srgbClr val="E8A93A">
                <a:alpha val="85000"/>
              </a:srgbClr>
            </a:solidFill>
            <a:ln/>
          </p:spPr>
        </p:sp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5FB8CBDC-9163-4292-80D8-A5CE48331941}"/>
                </a:ext>
              </a:extLst>
            </p:cNvPr>
            <p:cNvSpPr/>
            <p:nvPr/>
          </p:nvSpPr>
          <p:spPr>
            <a:xfrm>
              <a:off x="11292840" y="1417320"/>
              <a:ext cx="91440" cy="91440"/>
            </a:xfrm>
            <a:prstGeom prst="ellipse">
              <a:avLst/>
            </a:prstGeom>
            <a:solidFill>
              <a:srgbClr val="E8A93A">
                <a:alpha val="85000"/>
              </a:srgbClr>
            </a:solidFill>
            <a:ln/>
          </p:spPr>
        </p:sp>
        <p:sp>
          <p:nvSpPr>
            <p:cNvPr id="37" name="Shape 16">
              <a:extLst>
                <a:ext uri="{FF2B5EF4-FFF2-40B4-BE49-F238E27FC236}">
                  <a16:creationId xmlns:a16="http://schemas.microsoft.com/office/drawing/2014/main" id="{29CD0645-ED53-4200-80C1-AC9849F45420}"/>
                </a:ext>
              </a:extLst>
            </p:cNvPr>
            <p:cNvSpPr/>
            <p:nvPr/>
          </p:nvSpPr>
          <p:spPr>
            <a:xfrm>
              <a:off x="9555480" y="1965960"/>
              <a:ext cx="91440" cy="91440"/>
            </a:xfrm>
            <a:prstGeom prst="ellipse">
              <a:avLst/>
            </a:prstGeom>
            <a:solidFill>
              <a:srgbClr val="E8A93A">
                <a:alpha val="85000"/>
              </a:srgbClr>
            </a:solidFill>
            <a:ln/>
          </p:spPr>
        </p:sp>
        <p:sp>
          <p:nvSpPr>
            <p:cNvPr id="38" name="Shape 17">
              <a:extLst>
                <a:ext uri="{FF2B5EF4-FFF2-40B4-BE49-F238E27FC236}">
                  <a16:creationId xmlns:a16="http://schemas.microsoft.com/office/drawing/2014/main" id="{35DBF6A3-2BB1-4CA3-8935-0A869E3AB67A}"/>
                </a:ext>
              </a:extLst>
            </p:cNvPr>
            <p:cNvSpPr/>
            <p:nvPr/>
          </p:nvSpPr>
          <p:spPr>
            <a:xfrm>
              <a:off x="10927080" y="2697480"/>
              <a:ext cx="91440" cy="91440"/>
            </a:xfrm>
            <a:prstGeom prst="ellipse">
              <a:avLst/>
            </a:prstGeom>
            <a:solidFill>
              <a:srgbClr val="E8A93A">
                <a:alpha val="85000"/>
              </a:srgbClr>
            </a:solidFill>
            <a:ln/>
          </p:spPr>
        </p:sp>
        <p:sp>
          <p:nvSpPr>
            <p:cNvPr id="39" name="Shape 18">
              <a:extLst>
                <a:ext uri="{FF2B5EF4-FFF2-40B4-BE49-F238E27FC236}">
                  <a16:creationId xmlns:a16="http://schemas.microsoft.com/office/drawing/2014/main" id="{7DCB0C88-442E-4865-B56F-29075F787581}"/>
                </a:ext>
              </a:extLst>
            </p:cNvPr>
            <p:cNvSpPr/>
            <p:nvPr/>
          </p:nvSpPr>
          <p:spPr>
            <a:xfrm>
              <a:off x="9006840" y="3063240"/>
              <a:ext cx="91440" cy="91440"/>
            </a:xfrm>
            <a:prstGeom prst="ellipse">
              <a:avLst/>
            </a:prstGeom>
            <a:solidFill>
              <a:srgbClr val="E8A93A">
                <a:alpha val="85000"/>
              </a:srgbClr>
            </a:solidFill>
            <a:ln/>
          </p:spPr>
        </p:sp>
        <p:sp>
          <p:nvSpPr>
            <p:cNvPr id="40" name="Shape 19">
              <a:extLst>
                <a:ext uri="{FF2B5EF4-FFF2-40B4-BE49-F238E27FC236}">
                  <a16:creationId xmlns:a16="http://schemas.microsoft.com/office/drawing/2014/main" id="{E1927EB7-0D1E-4E9A-B53E-956DFAF96496}"/>
                </a:ext>
              </a:extLst>
            </p:cNvPr>
            <p:cNvSpPr/>
            <p:nvPr/>
          </p:nvSpPr>
          <p:spPr>
            <a:xfrm>
              <a:off x="10378440" y="3794760"/>
              <a:ext cx="91440" cy="91440"/>
            </a:xfrm>
            <a:prstGeom prst="ellipse">
              <a:avLst/>
            </a:prstGeom>
            <a:solidFill>
              <a:srgbClr val="E8A93A">
                <a:alpha val="85000"/>
              </a:srgbClr>
            </a:solidFill>
            <a:ln/>
          </p:spPr>
        </p:sp>
        <p:sp>
          <p:nvSpPr>
            <p:cNvPr id="41" name="Shape 20">
              <a:extLst>
                <a:ext uri="{FF2B5EF4-FFF2-40B4-BE49-F238E27FC236}">
                  <a16:creationId xmlns:a16="http://schemas.microsoft.com/office/drawing/2014/main" id="{4612A895-6448-46DE-831E-9879F2274280}"/>
                </a:ext>
              </a:extLst>
            </p:cNvPr>
            <p:cNvSpPr/>
            <p:nvPr/>
          </p:nvSpPr>
          <p:spPr>
            <a:xfrm>
              <a:off x="11475720" y="4526280"/>
              <a:ext cx="91440" cy="91440"/>
            </a:xfrm>
            <a:prstGeom prst="ellipse">
              <a:avLst/>
            </a:prstGeom>
            <a:solidFill>
              <a:srgbClr val="E8A93A">
                <a:alpha val="85000"/>
              </a:srgbClr>
            </a:solidFill>
            <a:ln/>
          </p:spPr>
        </p:sp>
        <p:sp>
          <p:nvSpPr>
            <p:cNvPr id="42" name="Shape 21">
              <a:extLst>
                <a:ext uri="{FF2B5EF4-FFF2-40B4-BE49-F238E27FC236}">
                  <a16:creationId xmlns:a16="http://schemas.microsoft.com/office/drawing/2014/main" id="{ADE13060-25C3-450E-89AA-300C881FB299}"/>
                </a:ext>
              </a:extLst>
            </p:cNvPr>
            <p:cNvSpPr/>
            <p:nvPr/>
          </p:nvSpPr>
          <p:spPr>
            <a:xfrm>
              <a:off x="9372600" y="4617720"/>
              <a:ext cx="91440" cy="91440"/>
            </a:xfrm>
            <a:prstGeom prst="ellipse">
              <a:avLst/>
            </a:prstGeom>
            <a:solidFill>
              <a:srgbClr val="E8A93A">
                <a:alpha val="85000"/>
              </a:srgbClr>
            </a:solidFill>
            <a:ln/>
          </p:spPr>
        </p:sp>
        <p:sp>
          <p:nvSpPr>
            <p:cNvPr id="43" name="Shape 22">
              <a:extLst>
                <a:ext uri="{FF2B5EF4-FFF2-40B4-BE49-F238E27FC236}">
                  <a16:creationId xmlns:a16="http://schemas.microsoft.com/office/drawing/2014/main" id="{66BA3019-9122-4D5A-98C8-A5CA70AA2409}"/>
                </a:ext>
              </a:extLst>
            </p:cNvPr>
            <p:cNvSpPr/>
            <p:nvPr/>
          </p:nvSpPr>
          <p:spPr>
            <a:xfrm>
              <a:off x="8732520" y="5440680"/>
              <a:ext cx="91440" cy="91440"/>
            </a:xfrm>
            <a:prstGeom prst="ellipse">
              <a:avLst/>
            </a:prstGeom>
            <a:solidFill>
              <a:srgbClr val="E8A93A">
                <a:alpha val="85000"/>
              </a:srgbClr>
            </a:solidFill>
            <a:ln/>
          </p:spPr>
        </p:sp>
        <p:sp>
          <p:nvSpPr>
            <p:cNvPr id="44" name="Shape 23">
              <a:extLst>
                <a:ext uri="{FF2B5EF4-FFF2-40B4-BE49-F238E27FC236}">
                  <a16:creationId xmlns:a16="http://schemas.microsoft.com/office/drawing/2014/main" id="{8A2DCD37-B590-413E-AEFD-5C188EA3E5EE}"/>
                </a:ext>
              </a:extLst>
            </p:cNvPr>
            <p:cNvSpPr/>
            <p:nvPr/>
          </p:nvSpPr>
          <p:spPr>
            <a:xfrm>
              <a:off x="10561320" y="5715000"/>
              <a:ext cx="91440" cy="91440"/>
            </a:xfrm>
            <a:prstGeom prst="ellipse">
              <a:avLst/>
            </a:prstGeom>
            <a:solidFill>
              <a:srgbClr val="E8A93A">
                <a:alpha val="85000"/>
              </a:srgbClr>
            </a:solidFill>
            <a:ln/>
          </p:spPr>
        </p:sp>
        <p:sp>
          <p:nvSpPr>
            <p:cNvPr id="45" name="Shape 24">
              <a:extLst>
                <a:ext uri="{FF2B5EF4-FFF2-40B4-BE49-F238E27FC236}">
                  <a16:creationId xmlns:a16="http://schemas.microsoft.com/office/drawing/2014/main" id="{F0F101D5-EFFF-4CBF-804D-25159DF0F0BA}"/>
                </a:ext>
              </a:extLst>
            </p:cNvPr>
            <p:cNvSpPr/>
            <p:nvPr/>
          </p:nvSpPr>
          <p:spPr>
            <a:xfrm>
              <a:off x="11201400" y="6263640"/>
              <a:ext cx="91440" cy="91440"/>
            </a:xfrm>
            <a:prstGeom prst="ellipse">
              <a:avLst/>
            </a:prstGeom>
            <a:solidFill>
              <a:srgbClr val="E8A93A">
                <a:alpha val="85000"/>
              </a:srgbClr>
            </a:solidFill>
            <a:ln/>
          </p:spPr>
        </p:sp>
      </p:grpSp>
      <p:sp>
        <p:nvSpPr>
          <p:cNvPr id="9" name="ZoneTexte 8">
            <a:extLst>
              <a:ext uri="{FF2B5EF4-FFF2-40B4-BE49-F238E27FC236}">
                <a16:creationId xmlns:a16="http://schemas.microsoft.com/office/drawing/2014/main" id="{1D2BA700-0819-4713-90F3-F6AE4CF91432}"/>
              </a:ext>
            </a:extLst>
          </p:cNvPr>
          <p:cNvSpPr txBox="1"/>
          <p:nvPr/>
        </p:nvSpPr>
        <p:spPr>
          <a:xfrm>
            <a:off x="1919923" y="5235146"/>
            <a:ext cx="314515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Présent</a:t>
            </a:r>
            <a:r>
              <a:rPr lang="fr-FR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Gervais MBON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0040E8C-5C86-4AEA-B555-B77AAAEA452C}"/>
              </a:ext>
            </a:extLst>
          </p:cNvPr>
          <p:cNvSpPr txBox="1"/>
          <p:nvPr/>
        </p:nvSpPr>
        <p:spPr>
          <a:xfrm>
            <a:off x="7647623" y="5243172"/>
            <a:ext cx="314515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Sous la direction 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Fakri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SOILIHI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8EA5C52-E140-4C00-955A-68046C6C1185}"/>
              </a:ext>
            </a:extLst>
          </p:cNvPr>
          <p:cNvSpPr txBox="1"/>
          <p:nvPr/>
        </p:nvSpPr>
        <p:spPr>
          <a:xfrm>
            <a:off x="2814635" y="2503989"/>
            <a:ext cx="6562729" cy="954107"/>
          </a:xfrm>
          <a:prstGeom prst="rect">
            <a:avLst/>
          </a:prstGeom>
          <a:noFill/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fr-FR"/>
            </a:defPPr>
            <a:lvl1pPr algn="ctr">
              <a:lnSpc>
                <a:spcPct val="150000"/>
              </a:lnSpc>
              <a:defRPr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fr-FR" sz="2800" dirty="0" err="1">
                <a:solidFill>
                  <a:schemeClr val="tx1"/>
                </a:solidFill>
              </a:rPr>
              <a:t>Plateforme</a:t>
            </a:r>
            <a:r>
              <a:rPr lang="en-US" altLang="fr-FR" sz="2800" dirty="0">
                <a:solidFill>
                  <a:schemeClr val="tx1"/>
                </a:solidFill>
              </a:rPr>
              <a:t> de mise </a:t>
            </a:r>
            <a:r>
              <a:rPr lang="en-US" altLang="fr-FR" sz="2800" dirty="0" err="1">
                <a:solidFill>
                  <a:schemeClr val="tx1"/>
                </a:solidFill>
              </a:rPr>
              <a:t>en</a:t>
            </a:r>
            <a:r>
              <a:rPr lang="en-US" altLang="fr-FR" sz="2800" dirty="0">
                <a:solidFill>
                  <a:schemeClr val="tx1"/>
                </a:solidFill>
              </a:rPr>
              <a:t> relation freelance  tech &amp; </a:t>
            </a:r>
            <a:r>
              <a:rPr lang="en-US" altLang="fr-FR" sz="2800" dirty="0" err="1">
                <a:solidFill>
                  <a:schemeClr val="tx1"/>
                </a:solidFill>
              </a:rPr>
              <a:t>entreprise</a:t>
            </a:r>
            <a:r>
              <a:rPr lang="en-US" altLang="fr-FR" sz="2800" dirty="0">
                <a:solidFill>
                  <a:schemeClr val="tx1"/>
                </a:solidFill>
              </a:rPr>
              <a:t> </a:t>
            </a:r>
            <a:r>
              <a:rPr lang="en-US" altLang="fr-FR" sz="2800" dirty="0" err="1">
                <a:solidFill>
                  <a:schemeClr val="tx1"/>
                </a:solidFill>
              </a:rPr>
              <a:t>en</a:t>
            </a:r>
            <a:r>
              <a:rPr lang="en-US" altLang="fr-FR" sz="2800" dirty="0">
                <a:solidFill>
                  <a:schemeClr val="tx1"/>
                </a:solidFill>
              </a:rPr>
              <a:t> Afrique</a:t>
            </a:r>
            <a:endParaRPr lang="fr-FR" altLang="fr-FR" sz="2800" dirty="0">
              <a:solidFill>
                <a:schemeClr val="tx1"/>
              </a:solidFill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5EED31E9-AFC7-4737-8690-300DE57A6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236" y="416987"/>
            <a:ext cx="1787529" cy="1702307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0DD3E892-3980-421E-8E1A-684171586BA0}"/>
              </a:ext>
            </a:extLst>
          </p:cNvPr>
          <p:cNvSpPr txBox="1"/>
          <p:nvPr/>
        </p:nvSpPr>
        <p:spPr>
          <a:xfrm>
            <a:off x="3863971" y="4078550"/>
            <a:ext cx="4464058" cy="66120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>
            <a:defPPr>
              <a:defRPr lang="fr-FR"/>
            </a:defPPr>
            <a:lvl1pPr algn="ctr">
              <a:lnSpc>
                <a:spcPct val="150000"/>
              </a:lnSpc>
              <a:defRPr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altLang="fr-FR" sz="2800" dirty="0">
                <a:solidFill>
                  <a:schemeClr val="tx1"/>
                </a:solidFill>
              </a:rPr>
              <a:t>Projet de fin de semestre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58B3DD0-148F-4287-ADFC-81326219F727}"/>
              </a:ext>
            </a:extLst>
          </p:cNvPr>
          <p:cNvSpPr txBox="1"/>
          <p:nvPr/>
        </p:nvSpPr>
        <p:spPr>
          <a:xfrm>
            <a:off x="2967036" y="3525643"/>
            <a:ext cx="6562729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fr-FR"/>
            </a:defPPr>
            <a:lvl1pPr algn="ctr">
              <a:lnSpc>
                <a:spcPct val="150000"/>
              </a:lnSpc>
              <a:defRPr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fr-FR" sz="2800" dirty="0">
                <a:solidFill>
                  <a:schemeClr val="tx1"/>
                </a:solidFill>
              </a:rPr>
              <a:t>-------------------</a:t>
            </a:r>
            <a:endParaRPr lang="fr-FR" altLang="fr-FR" sz="2800" dirty="0">
              <a:solidFill>
                <a:schemeClr val="tx1"/>
              </a:solidFill>
            </a:endParaRP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2F8D8300-3BA4-40DA-9AA9-2590F3C14807}"/>
              </a:ext>
            </a:extLst>
          </p:cNvPr>
          <p:cNvGrpSpPr/>
          <p:nvPr/>
        </p:nvGrpSpPr>
        <p:grpSpPr>
          <a:xfrm>
            <a:off x="-49998" y="-376027"/>
            <a:ext cx="296845" cy="4597171"/>
            <a:chOff x="-49998" y="-376027"/>
            <a:chExt cx="296845" cy="4597171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44F1450-2DA5-4F18-9E1B-88977667AD42}"/>
                </a:ext>
              </a:extLst>
            </p:cNvPr>
            <p:cNvSpPr/>
            <p:nvPr/>
          </p:nvSpPr>
          <p:spPr>
            <a:xfrm rot="8059232">
              <a:off x="-1905000" y="1675826"/>
              <a:ext cx="4203700" cy="9999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4200935-1C1B-40B3-A8ED-8AB79EB4E500}"/>
                </a:ext>
              </a:extLst>
            </p:cNvPr>
            <p:cNvSpPr/>
            <p:nvPr/>
          </p:nvSpPr>
          <p:spPr>
            <a:xfrm rot="8059232">
              <a:off x="-2101851" y="2069297"/>
              <a:ext cx="4203700" cy="9999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7B8A341-4B22-4E24-9D68-7C575EA58121}"/>
                </a:ext>
              </a:extLst>
            </p:cNvPr>
            <p:cNvSpPr/>
            <p:nvPr/>
          </p:nvSpPr>
          <p:spPr>
            <a:xfrm rot="8059232">
              <a:off x="-2101851" y="1675826"/>
              <a:ext cx="4203700" cy="9999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F6A10BCF-2B21-408A-9C27-93A8F94E0B8F}"/>
              </a:ext>
            </a:extLst>
          </p:cNvPr>
          <p:cNvGrpSpPr/>
          <p:nvPr/>
        </p:nvGrpSpPr>
        <p:grpSpPr>
          <a:xfrm>
            <a:off x="-296846" y="5705776"/>
            <a:ext cx="296845" cy="4597171"/>
            <a:chOff x="-49998" y="-376027"/>
            <a:chExt cx="296845" cy="4597171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B669A39-7791-4052-811D-370CED4985C3}"/>
                </a:ext>
              </a:extLst>
            </p:cNvPr>
            <p:cNvSpPr/>
            <p:nvPr/>
          </p:nvSpPr>
          <p:spPr>
            <a:xfrm rot="8059232">
              <a:off x="-1905000" y="1675826"/>
              <a:ext cx="4203700" cy="9999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CCD99DE-46E7-46C1-ABEC-63C0089B5380}"/>
                </a:ext>
              </a:extLst>
            </p:cNvPr>
            <p:cNvSpPr/>
            <p:nvPr/>
          </p:nvSpPr>
          <p:spPr>
            <a:xfrm rot="8059232">
              <a:off x="-2101851" y="2069297"/>
              <a:ext cx="4203700" cy="9999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A64942D-5CB8-4D60-B686-15C9803DC87E}"/>
                </a:ext>
              </a:extLst>
            </p:cNvPr>
            <p:cNvSpPr/>
            <p:nvPr/>
          </p:nvSpPr>
          <p:spPr>
            <a:xfrm rot="8059232">
              <a:off x="-2101851" y="1675826"/>
              <a:ext cx="4203700" cy="9999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972782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roupe 122">
            <a:extLst>
              <a:ext uri="{FF2B5EF4-FFF2-40B4-BE49-F238E27FC236}">
                <a16:creationId xmlns:a16="http://schemas.microsoft.com/office/drawing/2014/main" id="{CF5054B7-FB2F-4E71-A102-80AC59C1CAE4}"/>
              </a:ext>
            </a:extLst>
          </p:cNvPr>
          <p:cNvGrpSpPr/>
          <p:nvPr/>
        </p:nvGrpSpPr>
        <p:grpSpPr>
          <a:xfrm rot="3065510">
            <a:off x="3104440" y="2734677"/>
            <a:ext cx="2839516" cy="2717616"/>
            <a:chOff x="4584699" y="2681137"/>
            <a:chExt cx="3136901" cy="30211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2" name="Arc 121">
              <a:extLst>
                <a:ext uri="{FF2B5EF4-FFF2-40B4-BE49-F238E27FC236}">
                  <a16:creationId xmlns:a16="http://schemas.microsoft.com/office/drawing/2014/main" id="{7AD4A7BD-688F-44A6-8AA6-49DF8B561AE8}"/>
                </a:ext>
              </a:extLst>
            </p:cNvPr>
            <p:cNvSpPr/>
            <p:nvPr/>
          </p:nvSpPr>
          <p:spPr>
            <a:xfrm>
              <a:off x="4584699" y="2681137"/>
              <a:ext cx="3136901" cy="3021163"/>
            </a:xfrm>
            <a:prstGeom prst="arc">
              <a:avLst>
                <a:gd name="adj1" fmla="val 21353207"/>
                <a:gd name="adj2" fmla="val 21189202"/>
              </a:avLst>
            </a:prstGeom>
            <a:ln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1" name="Arc 120">
              <a:extLst>
                <a:ext uri="{FF2B5EF4-FFF2-40B4-BE49-F238E27FC236}">
                  <a16:creationId xmlns:a16="http://schemas.microsoft.com/office/drawing/2014/main" id="{26028838-0DE3-453C-AE1D-C7FE27D89852}"/>
                </a:ext>
              </a:extLst>
            </p:cNvPr>
            <p:cNvSpPr/>
            <p:nvPr/>
          </p:nvSpPr>
          <p:spPr>
            <a:xfrm>
              <a:off x="4725243" y="2809166"/>
              <a:ext cx="2818939" cy="2728034"/>
            </a:xfrm>
            <a:prstGeom prst="arc">
              <a:avLst>
                <a:gd name="adj1" fmla="val 21353207"/>
                <a:gd name="adj2" fmla="val 21189202"/>
              </a:avLst>
            </a:prstGeom>
            <a:ln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4" name="Groupe 3">
            <a:extLst>
              <a:ext uri="{FF2B5EF4-FFF2-40B4-BE49-F238E27FC236}">
                <a16:creationId xmlns:a16="http://schemas.microsoft.com/office/drawing/2014/main" id="{F1E301DD-CECE-4186-BE22-C1949DD770C6}"/>
              </a:ext>
            </a:extLst>
          </p:cNvPr>
          <p:cNvGrpSpPr/>
          <p:nvPr/>
        </p:nvGrpSpPr>
        <p:grpSpPr>
          <a:xfrm>
            <a:off x="3881825" y="-1838406"/>
            <a:ext cx="4482246" cy="1569217"/>
            <a:chOff x="3863971" y="-439400"/>
            <a:chExt cx="4568829" cy="1585751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0219047-7D72-4096-A9AC-28E9FE1B0273}"/>
                </a:ext>
              </a:extLst>
            </p:cNvPr>
            <p:cNvSpPr/>
            <p:nvPr/>
          </p:nvSpPr>
          <p:spPr>
            <a:xfrm>
              <a:off x="6040121" y="-439400"/>
              <a:ext cx="165100" cy="1168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" name="Groupe 1">
              <a:extLst>
                <a:ext uri="{FF2B5EF4-FFF2-40B4-BE49-F238E27FC236}">
                  <a16:creationId xmlns:a16="http://schemas.microsoft.com/office/drawing/2014/main" id="{43ABF9DF-DBFC-45C6-ABAE-815CD1F883E2}"/>
                </a:ext>
              </a:extLst>
            </p:cNvPr>
            <p:cNvGrpSpPr/>
            <p:nvPr/>
          </p:nvGrpSpPr>
          <p:grpSpPr>
            <a:xfrm>
              <a:off x="3863971" y="523332"/>
              <a:ext cx="4568829" cy="623019"/>
              <a:chOff x="3863971" y="523332"/>
              <a:chExt cx="4568829" cy="623019"/>
            </a:xfrm>
          </p:grpSpPr>
          <p:sp>
            <p:nvSpPr>
              <p:cNvPr id="40" name="Hexagone 39">
                <a:extLst>
                  <a:ext uri="{FF2B5EF4-FFF2-40B4-BE49-F238E27FC236}">
                    <a16:creationId xmlns:a16="http://schemas.microsoft.com/office/drawing/2014/main" id="{74C2CDDE-8C3E-4DE9-B2C5-9F91C224A726}"/>
                  </a:ext>
                </a:extLst>
              </p:cNvPr>
              <p:cNvSpPr/>
              <p:nvPr/>
            </p:nvSpPr>
            <p:spPr>
              <a:xfrm>
                <a:off x="3863971" y="526752"/>
                <a:ext cx="4568829" cy="619599"/>
              </a:xfrm>
              <a:prstGeom prst="hexagon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93" name="ZoneTexte 92">
                <a:extLst>
                  <a:ext uri="{FF2B5EF4-FFF2-40B4-BE49-F238E27FC236}">
                    <a16:creationId xmlns:a16="http://schemas.microsoft.com/office/drawing/2014/main" id="{21633B01-7898-4B6C-AADB-20CC0214202C}"/>
                  </a:ext>
                </a:extLst>
              </p:cNvPr>
              <p:cNvSpPr txBox="1"/>
              <p:nvPr/>
            </p:nvSpPr>
            <p:spPr>
              <a:xfrm>
                <a:off x="3863971" y="523332"/>
                <a:ext cx="4568829" cy="54506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PRESENTATION DU PROJET</a:t>
                </a:r>
              </a:p>
            </p:txBody>
          </p:sp>
        </p:grpSp>
      </p:grpSp>
      <p:grpSp>
        <p:nvGrpSpPr>
          <p:cNvPr id="108" name="Groupe 107">
            <a:extLst>
              <a:ext uri="{FF2B5EF4-FFF2-40B4-BE49-F238E27FC236}">
                <a16:creationId xmlns:a16="http://schemas.microsoft.com/office/drawing/2014/main" id="{BD73E261-D95C-4291-AE94-CE3CB3D0A8A8}"/>
              </a:ext>
            </a:extLst>
          </p:cNvPr>
          <p:cNvGrpSpPr/>
          <p:nvPr/>
        </p:nvGrpSpPr>
        <p:grpSpPr>
          <a:xfrm>
            <a:off x="-4464058" y="1458311"/>
            <a:ext cx="4250655" cy="943856"/>
            <a:chOff x="6343573" y="1834813"/>
            <a:chExt cx="4464058" cy="1135965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02" name="Forme libre : forme 101">
              <a:extLst>
                <a:ext uri="{FF2B5EF4-FFF2-40B4-BE49-F238E27FC236}">
                  <a16:creationId xmlns:a16="http://schemas.microsoft.com/office/drawing/2014/main" id="{3157EAEF-E41B-4EB7-ACA2-E1EA34B12CE8}"/>
                </a:ext>
              </a:extLst>
            </p:cNvPr>
            <p:cNvSpPr/>
            <p:nvPr/>
          </p:nvSpPr>
          <p:spPr>
            <a:xfrm>
              <a:off x="9275718" y="1834813"/>
              <a:ext cx="1300969" cy="1135965"/>
            </a:xfrm>
            <a:custGeom>
              <a:avLst/>
              <a:gdLst>
                <a:gd name="connsiteX0" fmla="*/ 344365 w 3790950"/>
                <a:gd name="connsiteY0" fmla="*/ 0 h 3601327"/>
                <a:gd name="connsiteX1" fmla="*/ 2890618 w 3790950"/>
                <a:gd name="connsiteY1" fmla="*/ 0 h 3601327"/>
                <a:gd name="connsiteX2" fmla="*/ 3790950 w 3790950"/>
                <a:gd name="connsiteY2" fmla="*/ 1800664 h 3601327"/>
                <a:gd name="connsiteX3" fmla="*/ 2890618 w 3790950"/>
                <a:gd name="connsiteY3" fmla="*/ 3601327 h 3601327"/>
                <a:gd name="connsiteX4" fmla="*/ 344365 w 3790950"/>
                <a:gd name="connsiteY4" fmla="*/ 3601327 h 3601327"/>
                <a:gd name="connsiteX5" fmla="*/ 0 w 3790950"/>
                <a:gd name="connsiteY5" fmla="*/ 2912596 h 3601327"/>
                <a:gd name="connsiteX6" fmla="*/ 2390922 w 3790950"/>
                <a:gd name="connsiteY6" fmla="*/ 2912596 h 3601327"/>
                <a:gd name="connsiteX7" fmla="*/ 2946889 w 3790950"/>
                <a:gd name="connsiteY7" fmla="*/ 1800663 h 3601327"/>
                <a:gd name="connsiteX8" fmla="*/ 2390922 w 3790950"/>
                <a:gd name="connsiteY8" fmla="*/ 688730 h 3601327"/>
                <a:gd name="connsiteX9" fmla="*/ 0 w 3790950"/>
                <a:gd name="connsiteY9" fmla="*/ 688730 h 3601327"/>
                <a:gd name="connsiteX10" fmla="*/ 344365 w 3790950"/>
                <a:gd name="connsiteY10" fmla="*/ 0 h 360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90950" h="3601327">
                  <a:moveTo>
                    <a:pt x="344365" y="0"/>
                  </a:moveTo>
                  <a:lnTo>
                    <a:pt x="2890618" y="0"/>
                  </a:lnTo>
                  <a:lnTo>
                    <a:pt x="3790950" y="1800664"/>
                  </a:lnTo>
                  <a:lnTo>
                    <a:pt x="2890618" y="3601327"/>
                  </a:lnTo>
                  <a:lnTo>
                    <a:pt x="344365" y="3601327"/>
                  </a:lnTo>
                  <a:lnTo>
                    <a:pt x="0" y="2912596"/>
                  </a:lnTo>
                  <a:lnTo>
                    <a:pt x="2390922" y="2912596"/>
                  </a:lnTo>
                  <a:lnTo>
                    <a:pt x="2946889" y="1800663"/>
                  </a:lnTo>
                  <a:lnTo>
                    <a:pt x="2390922" y="688730"/>
                  </a:lnTo>
                  <a:lnTo>
                    <a:pt x="0" y="688730"/>
                  </a:lnTo>
                  <a:lnTo>
                    <a:pt x="344365" y="0"/>
                  </a:lnTo>
                  <a:close/>
                </a:path>
              </a:pathLst>
            </a:custGeom>
            <a:solidFill>
              <a:srgbClr val="FF7B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104" name="Hexagone 103">
              <a:extLst>
                <a:ext uri="{FF2B5EF4-FFF2-40B4-BE49-F238E27FC236}">
                  <a16:creationId xmlns:a16="http://schemas.microsoft.com/office/drawing/2014/main" id="{F2478413-2298-44D0-B25A-39D3EEFD25C1}"/>
                </a:ext>
              </a:extLst>
            </p:cNvPr>
            <p:cNvSpPr/>
            <p:nvPr/>
          </p:nvSpPr>
          <p:spPr>
            <a:xfrm>
              <a:off x="6822832" y="2025153"/>
              <a:ext cx="3561718" cy="747876"/>
            </a:xfrm>
            <a:prstGeom prst="hexagon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6" name="ZoneTexte 105">
              <a:extLst>
                <a:ext uri="{FF2B5EF4-FFF2-40B4-BE49-F238E27FC236}">
                  <a16:creationId xmlns:a16="http://schemas.microsoft.com/office/drawing/2014/main" id="{0E9AA095-67EF-4480-B432-572B2A0ED687}"/>
                </a:ext>
              </a:extLst>
            </p:cNvPr>
            <p:cNvSpPr txBox="1"/>
            <p:nvPr/>
          </p:nvSpPr>
          <p:spPr>
            <a:xfrm>
              <a:off x="6343573" y="2026805"/>
              <a:ext cx="4464058" cy="498662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Qu’est-ce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qu’AfriTalent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?</a:t>
              </a:r>
            </a:p>
          </p:txBody>
        </p:sp>
      </p:grpSp>
      <p:pic>
        <p:nvPicPr>
          <p:cNvPr id="118" name="Image 117">
            <a:extLst>
              <a:ext uri="{FF2B5EF4-FFF2-40B4-BE49-F238E27FC236}">
                <a16:creationId xmlns:a16="http://schemas.microsoft.com/office/drawing/2014/main" id="{498C7403-EE4A-469C-871D-741D49DC29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2723" y="3641139"/>
            <a:ext cx="1269119" cy="1208613"/>
          </a:xfrm>
          <a:prstGeom prst="rect">
            <a:avLst/>
          </a:prstGeom>
        </p:spPr>
      </p:pic>
      <p:grpSp>
        <p:nvGrpSpPr>
          <p:cNvPr id="160" name="Groupe 159">
            <a:extLst>
              <a:ext uri="{FF2B5EF4-FFF2-40B4-BE49-F238E27FC236}">
                <a16:creationId xmlns:a16="http://schemas.microsoft.com/office/drawing/2014/main" id="{4F231CC3-D5D7-41B1-9001-9E57741A1CAB}"/>
              </a:ext>
            </a:extLst>
          </p:cNvPr>
          <p:cNvGrpSpPr/>
          <p:nvPr/>
        </p:nvGrpSpPr>
        <p:grpSpPr>
          <a:xfrm>
            <a:off x="-2734230" y="3565744"/>
            <a:ext cx="2538021" cy="711928"/>
            <a:chOff x="994245" y="3600488"/>
            <a:chExt cx="2538021" cy="711928"/>
          </a:xfrm>
        </p:grpSpPr>
        <p:grpSp>
          <p:nvGrpSpPr>
            <p:cNvPr id="147" name="Groupe 146">
              <a:extLst>
                <a:ext uri="{FF2B5EF4-FFF2-40B4-BE49-F238E27FC236}">
                  <a16:creationId xmlns:a16="http://schemas.microsoft.com/office/drawing/2014/main" id="{EC575023-8B63-41AF-8FB5-A897BA600131}"/>
                </a:ext>
              </a:extLst>
            </p:cNvPr>
            <p:cNvGrpSpPr/>
            <p:nvPr/>
          </p:nvGrpSpPr>
          <p:grpSpPr>
            <a:xfrm>
              <a:off x="994245" y="3600488"/>
              <a:ext cx="2520827" cy="711928"/>
              <a:chOff x="1597896" y="3810461"/>
              <a:chExt cx="2705100" cy="774700"/>
            </a:xfrm>
          </p:grpSpPr>
          <p:sp>
            <p:nvSpPr>
              <p:cNvPr id="110" name="Rectangle : coins arrondis 109">
                <a:extLst>
                  <a:ext uri="{FF2B5EF4-FFF2-40B4-BE49-F238E27FC236}">
                    <a16:creationId xmlns:a16="http://schemas.microsoft.com/office/drawing/2014/main" id="{E979BBC2-A5FA-4029-B8E6-0DDEE89F5138}"/>
                  </a:ext>
                </a:extLst>
              </p:cNvPr>
              <p:cNvSpPr/>
              <p:nvPr/>
            </p:nvSpPr>
            <p:spPr>
              <a:xfrm>
                <a:off x="1597896" y="3810461"/>
                <a:ext cx="2705100" cy="7747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42" name="Forme libre : forme 141">
                <a:extLst>
                  <a:ext uri="{FF2B5EF4-FFF2-40B4-BE49-F238E27FC236}">
                    <a16:creationId xmlns:a16="http://schemas.microsoft.com/office/drawing/2014/main" id="{C6D60619-E571-457C-BEA3-5B51CCFC5040}"/>
                  </a:ext>
                </a:extLst>
              </p:cNvPr>
              <p:cNvSpPr/>
              <p:nvPr/>
            </p:nvSpPr>
            <p:spPr>
              <a:xfrm>
                <a:off x="1597896" y="3810461"/>
                <a:ext cx="298953" cy="404847"/>
              </a:xfrm>
              <a:custGeom>
                <a:avLst/>
                <a:gdLst>
                  <a:gd name="connsiteX0" fmla="*/ 210287 w 298953"/>
                  <a:gd name="connsiteY0" fmla="*/ 0 h 404847"/>
                  <a:gd name="connsiteX1" fmla="*/ 298953 w 298953"/>
                  <a:gd name="connsiteY1" fmla="*/ 0 h 404847"/>
                  <a:gd name="connsiteX2" fmla="*/ 0 w 298953"/>
                  <a:gd name="connsiteY2" fmla="*/ 404847 h 404847"/>
                  <a:gd name="connsiteX3" fmla="*/ 0 w 298953"/>
                  <a:gd name="connsiteY3" fmla="*/ 284775 h 404847"/>
                  <a:gd name="connsiteX4" fmla="*/ 210287 w 298953"/>
                  <a:gd name="connsiteY4" fmla="*/ 0 h 404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8953" h="404847">
                    <a:moveTo>
                      <a:pt x="210287" y="0"/>
                    </a:moveTo>
                    <a:lnTo>
                      <a:pt x="298953" y="0"/>
                    </a:lnTo>
                    <a:lnTo>
                      <a:pt x="0" y="404847"/>
                    </a:lnTo>
                    <a:lnTo>
                      <a:pt x="0" y="284775"/>
                    </a:lnTo>
                    <a:lnTo>
                      <a:pt x="210287" y="0"/>
                    </a:lnTo>
                    <a:close/>
                  </a:path>
                </a:pathLst>
              </a:custGeom>
              <a:solidFill>
                <a:srgbClr val="FF7B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12" name="ZoneTexte 111">
              <a:extLst>
                <a:ext uri="{FF2B5EF4-FFF2-40B4-BE49-F238E27FC236}">
                  <a16:creationId xmlns:a16="http://schemas.microsoft.com/office/drawing/2014/main" id="{3D51CB30-8E10-48B2-84A3-58DAF1E0B7A6}"/>
                </a:ext>
              </a:extLst>
            </p:cNvPr>
            <p:cNvSpPr txBox="1"/>
            <p:nvPr/>
          </p:nvSpPr>
          <p:spPr>
            <a:xfrm>
              <a:off x="1144284" y="3600488"/>
              <a:ext cx="2387982" cy="6749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Plateforme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fictive de mise </a:t>
              </a:r>
              <a:r>
                <a:rPr lang="en-US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en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relation entre</a:t>
              </a:r>
            </a:p>
          </p:txBody>
        </p:sp>
      </p:grpSp>
      <p:grpSp>
        <p:nvGrpSpPr>
          <p:cNvPr id="164" name="Groupe 163">
            <a:extLst>
              <a:ext uri="{FF2B5EF4-FFF2-40B4-BE49-F238E27FC236}">
                <a16:creationId xmlns:a16="http://schemas.microsoft.com/office/drawing/2014/main" id="{B34D82FA-8C51-4DB9-B4F3-8E49B650D8C9}"/>
              </a:ext>
            </a:extLst>
          </p:cNvPr>
          <p:cNvGrpSpPr/>
          <p:nvPr/>
        </p:nvGrpSpPr>
        <p:grpSpPr>
          <a:xfrm>
            <a:off x="5259507" y="3058491"/>
            <a:ext cx="1661375" cy="725986"/>
            <a:chOff x="4977684" y="2760573"/>
            <a:chExt cx="1661375" cy="725986"/>
          </a:xfrm>
        </p:grpSpPr>
        <p:grpSp>
          <p:nvGrpSpPr>
            <p:cNvPr id="154" name="Groupe 153">
              <a:extLst>
                <a:ext uri="{FF2B5EF4-FFF2-40B4-BE49-F238E27FC236}">
                  <a16:creationId xmlns:a16="http://schemas.microsoft.com/office/drawing/2014/main" id="{6597888D-E65C-4538-B3DA-D27655EEF183}"/>
                </a:ext>
              </a:extLst>
            </p:cNvPr>
            <p:cNvGrpSpPr/>
            <p:nvPr/>
          </p:nvGrpSpPr>
          <p:grpSpPr>
            <a:xfrm>
              <a:off x="4977684" y="2760573"/>
              <a:ext cx="1661375" cy="711928"/>
              <a:chOff x="1597896" y="3810461"/>
              <a:chExt cx="2705100" cy="774700"/>
            </a:xfrm>
          </p:grpSpPr>
          <p:sp>
            <p:nvSpPr>
              <p:cNvPr id="155" name="Rectangle : coins arrondis 154">
                <a:extLst>
                  <a:ext uri="{FF2B5EF4-FFF2-40B4-BE49-F238E27FC236}">
                    <a16:creationId xmlns:a16="http://schemas.microsoft.com/office/drawing/2014/main" id="{8D2B6733-6CB2-4AA1-8845-7EAE202C43FB}"/>
                  </a:ext>
                </a:extLst>
              </p:cNvPr>
              <p:cNvSpPr/>
              <p:nvPr/>
            </p:nvSpPr>
            <p:spPr>
              <a:xfrm>
                <a:off x="1597896" y="3810461"/>
                <a:ext cx="2705100" cy="7747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56" name="Forme libre : forme 155">
                <a:extLst>
                  <a:ext uri="{FF2B5EF4-FFF2-40B4-BE49-F238E27FC236}">
                    <a16:creationId xmlns:a16="http://schemas.microsoft.com/office/drawing/2014/main" id="{DF6EAC12-A84F-4741-8F1F-6F7FD92BE016}"/>
                  </a:ext>
                </a:extLst>
              </p:cNvPr>
              <p:cNvSpPr/>
              <p:nvPr/>
            </p:nvSpPr>
            <p:spPr>
              <a:xfrm>
                <a:off x="1597896" y="3810461"/>
                <a:ext cx="298953" cy="404847"/>
              </a:xfrm>
              <a:custGeom>
                <a:avLst/>
                <a:gdLst>
                  <a:gd name="connsiteX0" fmla="*/ 210287 w 298953"/>
                  <a:gd name="connsiteY0" fmla="*/ 0 h 404847"/>
                  <a:gd name="connsiteX1" fmla="*/ 298953 w 298953"/>
                  <a:gd name="connsiteY1" fmla="*/ 0 h 404847"/>
                  <a:gd name="connsiteX2" fmla="*/ 0 w 298953"/>
                  <a:gd name="connsiteY2" fmla="*/ 404847 h 404847"/>
                  <a:gd name="connsiteX3" fmla="*/ 0 w 298953"/>
                  <a:gd name="connsiteY3" fmla="*/ 284775 h 404847"/>
                  <a:gd name="connsiteX4" fmla="*/ 210287 w 298953"/>
                  <a:gd name="connsiteY4" fmla="*/ 0 h 404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8953" h="404847">
                    <a:moveTo>
                      <a:pt x="210287" y="0"/>
                    </a:moveTo>
                    <a:lnTo>
                      <a:pt x="298953" y="0"/>
                    </a:lnTo>
                    <a:lnTo>
                      <a:pt x="0" y="404847"/>
                    </a:lnTo>
                    <a:lnTo>
                      <a:pt x="0" y="284775"/>
                    </a:lnTo>
                    <a:lnTo>
                      <a:pt x="210287" y="0"/>
                    </a:lnTo>
                    <a:close/>
                  </a:path>
                </a:pathLst>
              </a:custGeom>
              <a:solidFill>
                <a:srgbClr val="FF7B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61" name="ZoneTexte 160">
              <a:extLst>
                <a:ext uri="{FF2B5EF4-FFF2-40B4-BE49-F238E27FC236}">
                  <a16:creationId xmlns:a16="http://schemas.microsoft.com/office/drawing/2014/main" id="{74BE2654-6F33-4E39-9C10-EDEEDAD7C208}"/>
                </a:ext>
              </a:extLst>
            </p:cNvPr>
            <p:cNvSpPr txBox="1"/>
            <p:nvPr/>
          </p:nvSpPr>
          <p:spPr>
            <a:xfrm>
              <a:off x="5174689" y="2778673"/>
              <a:ext cx="1294218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Freelance</a:t>
              </a:r>
            </a:p>
            <a:p>
              <a:pPr algn="ctr"/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Tech</a:t>
              </a:r>
            </a:p>
          </p:txBody>
        </p:sp>
      </p:grpSp>
      <p:grpSp>
        <p:nvGrpSpPr>
          <p:cNvPr id="163" name="Groupe 162">
            <a:extLst>
              <a:ext uri="{FF2B5EF4-FFF2-40B4-BE49-F238E27FC236}">
                <a16:creationId xmlns:a16="http://schemas.microsoft.com/office/drawing/2014/main" id="{2C70463A-5782-4A0E-8FAC-38963AFBF1AB}"/>
              </a:ext>
            </a:extLst>
          </p:cNvPr>
          <p:cNvGrpSpPr/>
          <p:nvPr/>
        </p:nvGrpSpPr>
        <p:grpSpPr>
          <a:xfrm>
            <a:off x="5007367" y="4813590"/>
            <a:ext cx="1661375" cy="511675"/>
            <a:chOff x="4807532" y="4821106"/>
            <a:chExt cx="1661375" cy="511675"/>
          </a:xfrm>
        </p:grpSpPr>
        <p:grpSp>
          <p:nvGrpSpPr>
            <p:cNvPr id="157" name="Groupe 156">
              <a:extLst>
                <a:ext uri="{FF2B5EF4-FFF2-40B4-BE49-F238E27FC236}">
                  <a16:creationId xmlns:a16="http://schemas.microsoft.com/office/drawing/2014/main" id="{E7EB78DF-9F5E-4E93-A780-D65BA0E623A2}"/>
                </a:ext>
              </a:extLst>
            </p:cNvPr>
            <p:cNvGrpSpPr/>
            <p:nvPr/>
          </p:nvGrpSpPr>
          <p:grpSpPr>
            <a:xfrm>
              <a:off x="4807532" y="4821106"/>
              <a:ext cx="1661375" cy="511675"/>
              <a:chOff x="1597896" y="3810461"/>
              <a:chExt cx="2705100" cy="774700"/>
            </a:xfrm>
          </p:grpSpPr>
          <p:sp>
            <p:nvSpPr>
              <p:cNvPr id="158" name="Rectangle : coins arrondis 157">
                <a:extLst>
                  <a:ext uri="{FF2B5EF4-FFF2-40B4-BE49-F238E27FC236}">
                    <a16:creationId xmlns:a16="http://schemas.microsoft.com/office/drawing/2014/main" id="{1441566E-408C-41E5-92C0-8C0CB6854891}"/>
                  </a:ext>
                </a:extLst>
              </p:cNvPr>
              <p:cNvSpPr/>
              <p:nvPr/>
            </p:nvSpPr>
            <p:spPr>
              <a:xfrm>
                <a:off x="1597896" y="3810461"/>
                <a:ext cx="2705100" cy="7747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59" name="Forme libre : forme 158">
                <a:extLst>
                  <a:ext uri="{FF2B5EF4-FFF2-40B4-BE49-F238E27FC236}">
                    <a16:creationId xmlns:a16="http://schemas.microsoft.com/office/drawing/2014/main" id="{FF4F2B73-C76B-4F04-898C-6460344FB9F6}"/>
                  </a:ext>
                </a:extLst>
              </p:cNvPr>
              <p:cNvSpPr/>
              <p:nvPr/>
            </p:nvSpPr>
            <p:spPr>
              <a:xfrm>
                <a:off x="1597896" y="3810461"/>
                <a:ext cx="298953" cy="404847"/>
              </a:xfrm>
              <a:custGeom>
                <a:avLst/>
                <a:gdLst>
                  <a:gd name="connsiteX0" fmla="*/ 210287 w 298953"/>
                  <a:gd name="connsiteY0" fmla="*/ 0 h 404847"/>
                  <a:gd name="connsiteX1" fmla="*/ 298953 w 298953"/>
                  <a:gd name="connsiteY1" fmla="*/ 0 h 404847"/>
                  <a:gd name="connsiteX2" fmla="*/ 0 w 298953"/>
                  <a:gd name="connsiteY2" fmla="*/ 404847 h 404847"/>
                  <a:gd name="connsiteX3" fmla="*/ 0 w 298953"/>
                  <a:gd name="connsiteY3" fmla="*/ 284775 h 404847"/>
                  <a:gd name="connsiteX4" fmla="*/ 210287 w 298953"/>
                  <a:gd name="connsiteY4" fmla="*/ 0 h 404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8953" h="404847">
                    <a:moveTo>
                      <a:pt x="210287" y="0"/>
                    </a:moveTo>
                    <a:lnTo>
                      <a:pt x="298953" y="0"/>
                    </a:lnTo>
                    <a:lnTo>
                      <a:pt x="0" y="404847"/>
                    </a:lnTo>
                    <a:lnTo>
                      <a:pt x="0" y="284775"/>
                    </a:lnTo>
                    <a:lnTo>
                      <a:pt x="210287" y="0"/>
                    </a:lnTo>
                    <a:close/>
                  </a:path>
                </a:pathLst>
              </a:custGeom>
              <a:solidFill>
                <a:srgbClr val="FF7B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62" name="ZoneTexte 161">
              <a:extLst>
                <a:ext uri="{FF2B5EF4-FFF2-40B4-BE49-F238E27FC236}">
                  <a16:creationId xmlns:a16="http://schemas.microsoft.com/office/drawing/2014/main" id="{A236068B-A079-47DF-B4A8-54053D3A6725}"/>
                </a:ext>
              </a:extLst>
            </p:cNvPr>
            <p:cNvSpPr txBox="1"/>
            <p:nvPr/>
          </p:nvSpPr>
          <p:spPr>
            <a:xfrm>
              <a:off x="4925120" y="4855525"/>
              <a:ext cx="1499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Entreprises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66" name="Connecteur : en arc 165">
            <a:extLst>
              <a:ext uri="{FF2B5EF4-FFF2-40B4-BE49-F238E27FC236}">
                <a16:creationId xmlns:a16="http://schemas.microsoft.com/office/drawing/2014/main" id="{CF1893F4-1147-44BB-BDBC-3B8893642841}"/>
              </a:ext>
            </a:extLst>
          </p:cNvPr>
          <p:cNvCxnSpPr>
            <a:cxnSpLocks/>
          </p:cNvCxnSpPr>
          <p:nvPr/>
        </p:nvCxnSpPr>
        <p:spPr>
          <a:xfrm flipV="1">
            <a:off x="3570381" y="3058492"/>
            <a:ext cx="1411669" cy="497456"/>
          </a:xfrm>
          <a:prstGeom prst="curvedConnector3">
            <a:avLst>
              <a:gd name="adj1" fmla="val 31377"/>
            </a:avLst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4" name="Connecteur : en arc 173">
            <a:extLst>
              <a:ext uri="{FF2B5EF4-FFF2-40B4-BE49-F238E27FC236}">
                <a16:creationId xmlns:a16="http://schemas.microsoft.com/office/drawing/2014/main" id="{0FF7F19D-5410-4260-BD85-AA93220F60A2}"/>
              </a:ext>
            </a:extLst>
          </p:cNvPr>
          <p:cNvCxnSpPr>
            <a:cxnSpLocks/>
          </p:cNvCxnSpPr>
          <p:nvPr/>
        </p:nvCxnSpPr>
        <p:spPr>
          <a:xfrm rot="5400000">
            <a:off x="5840973" y="3995119"/>
            <a:ext cx="917547" cy="565106"/>
          </a:xfrm>
          <a:prstGeom prst="curved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91" name="Groupe 190">
            <a:extLst>
              <a:ext uri="{FF2B5EF4-FFF2-40B4-BE49-F238E27FC236}">
                <a16:creationId xmlns:a16="http://schemas.microsoft.com/office/drawing/2014/main" id="{DABE31EE-FFB5-426B-BC52-6B81F26C4DAD}"/>
              </a:ext>
            </a:extLst>
          </p:cNvPr>
          <p:cNvGrpSpPr/>
          <p:nvPr/>
        </p:nvGrpSpPr>
        <p:grpSpPr>
          <a:xfrm>
            <a:off x="13082911" y="3321065"/>
            <a:ext cx="3506867" cy="2210741"/>
            <a:chOff x="7897292" y="3209389"/>
            <a:chExt cx="3506867" cy="2210741"/>
          </a:xfrm>
        </p:grpSpPr>
        <p:sp>
          <p:nvSpPr>
            <p:cNvPr id="116" name="Rectangle : coins arrondis 115">
              <a:extLst>
                <a:ext uri="{FF2B5EF4-FFF2-40B4-BE49-F238E27FC236}">
                  <a16:creationId xmlns:a16="http://schemas.microsoft.com/office/drawing/2014/main" id="{520F4F29-5A12-4A45-BC25-EDD263515194}"/>
                </a:ext>
              </a:extLst>
            </p:cNvPr>
            <p:cNvSpPr/>
            <p:nvPr/>
          </p:nvSpPr>
          <p:spPr>
            <a:xfrm>
              <a:off x="7897293" y="3209389"/>
              <a:ext cx="3045362" cy="208609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grpSp>
          <p:nvGrpSpPr>
            <p:cNvPr id="190" name="Groupe 189">
              <a:extLst>
                <a:ext uri="{FF2B5EF4-FFF2-40B4-BE49-F238E27FC236}">
                  <a16:creationId xmlns:a16="http://schemas.microsoft.com/office/drawing/2014/main" id="{1BB4424A-B66C-4497-9DA6-5F8257F94DD1}"/>
                </a:ext>
              </a:extLst>
            </p:cNvPr>
            <p:cNvGrpSpPr/>
            <p:nvPr/>
          </p:nvGrpSpPr>
          <p:grpSpPr>
            <a:xfrm>
              <a:off x="7897292" y="3429000"/>
              <a:ext cx="3506867" cy="1991130"/>
              <a:chOff x="7897292" y="3429000"/>
              <a:chExt cx="3506867" cy="1991130"/>
            </a:xfrm>
          </p:grpSpPr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64309A66-DCFE-4A4D-B014-29AFCCBF1628}"/>
                  </a:ext>
                </a:extLst>
              </p:cNvPr>
              <p:cNvSpPr/>
              <p:nvPr/>
            </p:nvSpPr>
            <p:spPr>
              <a:xfrm>
                <a:off x="7897292" y="3429000"/>
                <a:ext cx="3045361" cy="159826"/>
              </a:xfrm>
              <a:prstGeom prst="rect">
                <a:avLst/>
              </a:prstGeom>
              <a:solidFill>
                <a:srgbClr val="FF7B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87" name="ZoneTexte 186">
                <a:extLst>
                  <a:ext uri="{FF2B5EF4-FFF2-40B4-BE49-F238E27FC236}">
                    <a16:creationId xmlns:a16="http://schemas.microsoft.com/office/drawing/2014/main" id="{A9E43635-80C3-41E6-83D5-9611A938C2F5}"/>
                  </a:ext>
                </a:extLst>
              </p:cNvPr>
              <p:cNvSpPr txBox="1"/>
              <p:nvPr/>
            </p:nvSpPr>
            <p:spPr>
              <a:xfrm>
                <a:off x="8017153" y="3665804"/>
                <a:ext cx="3387006" cy="1754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0" lang="fr-FR" altLang="fr-FR" b="0" i="0" u="none" strike="noStrike" cap="none" normalizeH="0" baseline="0" dirty="0">
                    <a:ln>
                      <a:noFill/>
                    </a:ln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Marché du freelance tech en Afrique en croissance</a:t>
                </a:r>
              </a:p>
              <a:p>
                <a:r>
                  <a:rPr kumimoji="0" lang="fr-FR" altLang="fr-FR" b="0" i="0" u="none" strike="noStrike" cap="none" normalizeH="0" baseline="0" dirty="0">
                    <a:ln>
                      <a:noFill/>
                    </a:ln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+2 500 freelances </a:t>
                </a:r>
              </a:p>
              <a:p>
                <a:r>
                  <a:rPr kumimoji="0" lang="fr-FR" altLang="fr-FR" b="0" i="0" u="none" strike="noStrike" cap="none" normalizeH="0" baseline="0" dirty="0">
                    <a:ln>
                      <a:noFill/>
                    </a:ln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+800 entreprises </a:t>
                </a:r>
              </a:p>
              <a:p>
                <a:r>
                  <a:rPr kumimoji="0" lang="fr-FR" altLang="fr-FR" b="0" i="0" u="none" strike="noStrike" cap="none" normalizeH="0" baseline="0" dirty="0">
                    <a:ln>
                      <a:noFill/>
                    </a:ln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+12 000 missions </a:t>
                </a:r>
              </a:p>
              <a:p>
                <a:endParaRPr lang="en-US" spc="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4" name="ZoneTexte 183">
              <a:extLst>
                <a:ext uri="{FF2B5EF4-FFF2-40B4-BE49-F238E27FC236}">
                  <a16:creationId xmlns:a16="http://schemas.microsoft.com/office/drawing/2014/main" id="{B262D3CC-EA00-4B74-AA5A-31573784F35A}"/>
                </a:ext>
              </a:extLst>
            </p:cNvPr>
            <p:cNvSpPr txBox="1"/>
            <p:nvPr/>
          </p:nvSpPr>
          <p:spPr>
            <a:xfrm>
              <a:off x="8000802" y="3366292"/>
              <a:ext cx="2720683" cy="276999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spc="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CONTEXTE</a:t>
              </a:r>
            </a:p>
          </p:txBody>
        </p:sp>
      </p:grpSp>
      <p:grpSp>
        <p:nvGrpSpPr>
          <p:cNvPr id="212" name="Groupe 211">
            <a:extLst>
              <a:ext uri="{FF2B5EF4-FFF2-40B4-BE49-F238E27FC236}">
                <a16:creationId xmlns:a16="http://schemas.microsoft.com/office/drawing/2014/main" id="{ECFB254A-8087-4F49-8E9D-55D179F8A3E8}"/>
              </a:ext>
            </a:extLst>
          </p:cNvPr>
          <p:cNvGrpSpPr/>
          <p:nvPr/>
        </p:nvGrpSpPr>
        <p:grpSpPr>
          <a:xfrm>
            <a:off x="4232198" y="6967346"/>
            <a:ext cx="4031711" cy="986697"/>
            <a:chOff x="4232198" y="5727425"/>
            <a:chExt cx="4031711" cy="986697"/>
          </a:xfrm>
        </p:grpSpPr>
        <p:grpSp>
          <p:nvGrpSpPr>
            <p:cNvPr id="211" name="Groupe 210">
              <a:extLst>
                <a:ext uri="{FF2B5EF4-FFF2-40B4-BE49-F238E27FC236}">
                  <a16:creationId xmlns:a16="http://schemas.microsoft.com/office/drawing/2014/main" id="{E289CCDC-3192-407B-A372-91AF697B81ED}"/>
                </a:ext>
              </a:extLst>
            </p:cNvPr>
            <p:cNvGrpSpPr/>
            <p:nvPr/>
          </p:nvGrpSpPr>
          <p:grpSpPr>
            <a:xfrm>
              <a:off x="4232198" y="5750788"/>
              <a:ext cx="4031711" cy="956352"/>
              <a:chOff x="4232198" y="5870732"/>
              <a:chExt cx="4031711" cy="836408"/>
            </a:xfrm>
          </p:grpSpPr>
          <p:sp>
            <p:nvSpPr>
              <p:cNvPr id="207" name="Rectangle : coins arrondis 206">
                <a:extLst>
                  <a:ext uri="{FF2B5EF4-FFF2-40B4-BE49-F238E27FC236}">
                    <a16:creationId xmlns:a16="http://schemas.microsoft.com/office/drawing/2014/main" id="{28F64FA5-2EC7-47F1-9667-40B1F2FB3434}"/>
                  </a:ext>
                </a:extLst>
              </p:cNvPr>
              <p:cNvSpPr/>
              <p:nvPr/>
            </p:nvSpPr>
            <p:spPr>
              <a:xfrm>
                <a:off x="4232198" y="5870732"/>
                <a:ext cx="4031711" cy="836408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08" name="Forme libre : forme 207">
                <a:extLst>
                  <a:ext uri="{FF2B5EF4-FFF2-40B4-BE49-F238E27FC236}">
                    <a16:creationId xmlns:a16="http://schemas.microsoft.com/office/drawing/2014/main" id="{52023F1A-8421-4972-8F2E-DA18B6E5BE31}"/>
                  </a:ext>
                </a:extLst>
              </p:cNvPr>
              <p:cNvSpPr/>
              <p:nvPr/>
            </p:nvSpPr>
            <p:spPr>
              <a:xfrm>
                <a:off x="4232198" y="5870732"/>
                <a:ext cx="715117" cy="726442"/>
              </a:xfrm>
              <a:custGeom>
                <a:avLst/>
                <a:gdLst>
                  <a:gd name="connsiteX0" fmla="*/ 210287 w 298953"/>
                  <a:gd name="connsiteY0" fmla="*/ 0 h 404847"/>
                  <a:gd name="connsiteX1" fmla="*/ 298953 w 298953"/>
                  <a:gd name="connsiteY1" fmla="*/ 0 h 404847"/>
                  <a:gd name="connsiteX2" fmla="*/ 0 w 298953"/>
                  <a:gd name="connsiteY2" fmla="*/ 404847 h 404847"/>
                  <a:gd name="connsiteX3" fmla="*/ 0 w 298953"/>
                  <a:gd name="connsiteY3" fmla="*/ 284775 h 404847"/>
                  <a:gd name="connsiteX4" fmla="*/ 210287 w 298953"/>
                  <a:gd name="connsiteY4" fmla="*/ 0 h 404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8953" h="404847">
                    <a:moveTo>
                      <a:pt x="210287" y="0"/>
                    </a:moveTo>
                    <a:lnTo>
                      <a:pt x="298953" y="0"/>
                    </a:lnTo>
                    <a:lnTo>
                      <a:pt x="0" y="404847"/>
                    </a:lnTo>
                    <a:lnTo>
                      <a:pt x="0" y="284775"/>
                    </a:lnTo>
                    <a:lnTo>
                      <a:pt x="210287" y="0"/>
                    </a:lnTo>
                    <a:close/>
                  </a:path>
                </a:pathLst>
              </a:custGeom>
              <a:solidFill>
                <a:srgbClr val="FF7B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209" name="ZoneTexte 208">
              <a:extLst>
                <a:ext uri="{FF2B5EF4-FFF2-40B4-BE49-F238E27FC236}">
                  <a16:creationId xmlns:a16="http://schemas.microsoft.com/office/drawing/2014/main" id="{BE22C246-8332-45AB-A61D-CB4813D08440}"/>
                </a:ext>
              </a:extLst>
            </p:cNvPr>
            <p:cNvSpPr txBox="1"/>
            <p:nvPr/>
          </p:nvSpPr>
          <p:spPr>
            <a:xfrm>
              <a:off x="5421777" y="5727425"/>
              <a:ext cx="1499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OBJECTIF</a:t>
              </a:r>
            </a:p>
          </p:txBody>
        </p:sp>
        <p:sp>
          <p:nvSpPr>
            <p:cNvPr id="210" name="ZoneTexte 209">
              <a:extLst>
                <a:ext uri="{FF2B5EF4-FFF2-40B4-BE49-F238E27FC236}">
                  <a16:creationId xmlns:a16="http://schemas.microsoft.com/office/drawing/2014/main" id="{33CA4DCD-7AA0-4BE3-8720-5FF38962EFCF}"/>
                </a:ext>
              </a:extLst>
            </p:cNvPr>
            <p:cNvSpPr txBox="1"/>
            <p:nvPr/>
          </p:nvSpPr>
          <p:spPr>
            <a:xfrm>
              <a:off x="4534105" y="6006236"/>
              <a:ext cx="3625630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Creer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un site vitrine </a:t>
              </a:r>
              <a:r>
                <a:rPr lang="en-US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complet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et </a:t>
              </a:r>
              <a:r>
                <a:rPr lang="en-US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convaincre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Ellipse 4">
            <a:extLst>
              <a:ext uri="{FF2B5EF4-FFF2-40B4-BE49-F238E27FC236}">
                <a16:creationId xmlns:a16="http://schemas.microsoft.com/office/drawing/2014/main" id="{3C10A34E-0042-4E4B-B533-A203F78FA721}"/>
              </a:ext>
            </a:extLst>
          </p:cNvPr>
          <p:cNvSpPr/>
          <p:nvPr/>
        </p:nvSpPr>
        <p:spPr>
          <a:xfrm>
            <a:off x="-573332" y="635048"/>
            <a:ext cx="1762789" cy="1671544"/>
          </a:xfrm>
          <a:prstGeom prst="ellipse">
            <a:avLst/>
          </a:prstGeom>
          <a:noFill/>
          <a:ln>
            <a:solidFill>
              <a:srgbClr val="ED7D3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A247C3BA-6077-493F-B987-DDCCECBB8981}"/>
              </a:ext>
            </a:extLst>
          </p:cNvPr>
          <p:cNvSpPr/>
          <p:nvPr/>
        </p:nvSpPr>
        <p:spPr>
          <a:xfrm>
            <a:off x="-625514" y="682835"/>
            <a:ext cx="1762789" cy="1671544"/>
          </a:xfrm>
          <a:prstGeom prst="ellipse">
            <a:avLst/>
          </a:prstGeom>
          <a:noFill/>
          <a:ln>
            <a:solidFill>
              <a:srgbClr val="ED7D3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A5E03AFF-69E2-4D5F-BD41-E54526D95A12}"/>
              </a:ext>
            </a:extLst>
          </p:cNvPr>
          <p:cNvSpPr/>
          <p:nvPr/>
        </p:nvSpPr>
        <p:spPr>
          <a:xfrm>
            <a:off x="10998555" y="5833461"/>
            <a:ext cx="1762789" cy="1671544"/>
          </a:xfrm>
          <a:prstGeom prst="ellipse">
            <a:avLst/>
          </a:prstGeom>
          <a:noFill/>
          <a:ln>
            <a:solidFill>
              <a:srgbClr val="ED7D3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712212BF-9A8D-4670-A45A-6DC619111432}"/>
              </a:ext>
            </a:extLst>
          </p:cNvPr>
          <p:cNvSpPr/>
          <p:nvPr/>
        </p:nvSpPr>
        <p:spPr>
          <a:xfrm>
            <a:off x="10934695" y="5797341"/>
            <a:ext cx="1762789" cy="1671544"/>
          </a:xfrm>
          <a:prstGeom prst="ellipse">
            <a:avLst/>
          </a:prstGeom>
          <a:noFill/>
          <a:ln>
            <a:solidFill>
              <a:srgbClr val="ED7D3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2675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4.44444E-6 L -0.00065 0.1875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937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3.7037E-7 L 0.67838 -0.00648 " pathEditMode="relative" rAng="0" ptsTypes="AA">
                                      <p:cBhvr>
                                        <p:cTn id="8" dur="75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919" y="-324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" dur="9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7.40741E-7 L 0.31523 0.00231 " pathEditMode="relative" rAng="0" ptsTypes="AA">
                                      <p:cBhvr>
                                        <p:cTn id="17" dur="75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55" y="116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3.7037E-7 L -0.38242 -0.00393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128" y="-208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1875 L 0 0.25 " pathEditMode="relative" rAng="0" ptsTypes="AA">
                                      <p:cBhvr>
                                        <p:cTn id="41" dur="500" spd="-100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8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92109BC-0780-4574-B494-9AE7908FCFE8}"/>
              </a:ext>
            </a:extLst>
          </p:cNvPr>
          <p:cNvSpPr txBox="1"/>
          <p:nvPr/>
        </p:nvSpPr>
        <p:spPr>
          <a:xfrm>
            <a:off x="11563986" y="1482695"/>
            <a:ext cx="4926068" cy="57996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Gervais_MBON-AfriTalent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1F6C2E48-DC1E-468D-88D1-110415E5D1FE}"/>
              </a:ext>
            </a:extLst>
          </p:cNvPr>
          <p:cNvGrpSpPr/>
          <p:nvPr/>
        </p:nvGrpSpPr>
        <p:grpSpPr>
          <a:xfrm>
            <a:off x="2802277" y="2050869"/>
            <a:ext cx="6567076" cy="868320"/>
            <a:chOff x="2802277" y="2050869"/>
            <a:chExt cx="6567076" cy="868320"/>
          </a:xfrm>
        </p:grpSpPr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75C670B2-B8FE-4F53-94FB-90EA586E0575}"/>
                </a:ext>
              </a:extLst>
            </p:cNvPr>
            <p:cNvCxnSpPr>
              <a:cxnSpLocks/>
            </p:cNvCxnSpPr>
            <p:nvPr/>
          </p:nvCxnSpPr>
          <p:spPr>
            <a:xfrm>
              <a:off x="2807746" y="2520597"/>
              <a:ext cx="655614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Connecteur droit avec flèche 22">
              <a:extLst>
                <a:ext uri="{FF2B5EF4-FFF2-40B4-BE49-F238E27FC236}">
                  <a16:creationId xmlns:a16="http://schemas.microsoft.com/office/drawing/2014/main" id="{41F89AE8-053C-4848-84AE-AA81850329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2277" y="2661091"/>
              <a:ext cx="5467" cy="22951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Connecteur droit avec flèche 25">
              <a:extLst>
                <a:ext uri="{FF2B5EF4-FFF2-40B4-BE49-F238E27FC236}">
                  <a16:creationId xmlns:a16="http://schemas.microsoft.com/office/drawing/2014/main" id="{875CE853-785D-40BD-9D08-7226403D98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63886" y="2689675"/>
              <a:ext cx="5467" cy="22951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BC33B6A0-3DA5-4CD1-97F2-AD7D44F3B031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050869"/>
              <a:ext cx="0" cy="344592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4" name="Connecteur droit avec flèche 33">
              <a:extLst>
                <a:ext uri="{FF2B5EF4-FFF2-40B4-BE49-F238E27FC236}">
                  <a16:creationId xmlns:a16="http://schemas.microsoft.com/office/drawing/2014/main" id="{BC8ED335-EBE9-4998-A68C-099CCC3FBC7C}"/>
                </a:ext>
              </a:extLst>
            </p:cNvPr>
            <p:cNvCxnSpPr>
              <a:cxnSpLocks/>
            </p:cNvCxnSpPr>
            <p:nvPr/>
          </p:nvCxnSpPr>
          <p:spPr>
            <a:xfrm>
              <a:off x="6093642" y="2681022"/>
              <a:ext cx="2358" cy="22590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2DA1CC41-FE8D-47DF-8248-475F31EB01E8}"/>
              </a:ext>
            </a:extLst>
          </p:cNvPr>
          <p:cNvGrpSpPr/>
          <p:nvPr/>
        </p:nvGrpSpPr>
        <p:grpSpPr>
          <a:xfrm>
            <a:off x="1971591" y="2999896"/>
            <a:ext cx="1661375" cy="945205"/>
            <a:chOff x="1971591" y="2999896"/>
            <a:chExt cx="1661375" cy="945205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D4D3C5D7-29CE-4BBF-B50F-841F7EE35527}"/>
                </a:ext>
              </a:extLst>
            </p:cNvPr>
            <p:cNvSpPr/>
            <p:nvPr/>
          </p:nvSpPr>
          <p:spPr>
            <a:xfrm>
              <a:off x="1971591" y="2999896"/>
              <a:ext cx="1661375" cy="94520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accent2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AA8BE924-8F1B-452D-B716-DDFC6783FE66}"/>
                </a:ext>
              </a:extLst>
            </p:cNvPr>
            <p:cNvSpPr txBox="1"/>
            <p:nvPr/>
          </p:nvSpPr>
          <p:spPr>
            <a:xfrm>
              <a:off x="2229426" y="3235795"/>
              <a:ext cx="1280007" cy="461665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Accueil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B41DD780-71AB-4CD7-87EA-8053A3B63043}"/>
              </a:ext>
            </a:extLst>
          </p:cNvPr>
          <p:cNvGrpSpPr/>
          <p:nvPr/>
        </p:nvGrpSpPr>
        <p:grpSpPr>
          <a:xfrm>
            <a:off x="5357342" y="2999896"/>
            <a:ext cx="1661375" cy="945205"/>
            <a:chOff x="5357342" y="2999896"/>
            <a:chExt cx="1661375" cy="945205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36E7C74A-C1C4-4288-89A2-B77CC71B05D0}"/>
                </a:ext>
              </a:extLst>
            </p:cNvPr>
            <p:cNvSpPr/>
            <p:nvPr/>
          </p:nvSpPr>
          <p:spPr>
            <a:xfrm>
              <a:off x="5357342" y="2999896"/>
              <a:ext cx="1661375" cy="94520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accent2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F30F040E-1693-4097-89F4-74BFE33B4619}"/>
                </a:ext>
              </a:extLst>
            </p:cNvPr>
            <p:cNvSpPr txBox="1"/>
            <p:nvPr/>
          </p:nvSpPr>
          <p:spPr>
            <a:xfrm>
              <a:off x="5536552" y="3240617"/>
              <a:ext cx="1482165" cy="461665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Freelance</a:t>
              </a:r>
            </a:p>
          </p:txBody>
        </p:sp>
      </p:grp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076662E9-6B2F-4E8C-AEC3-A0D83FCD40FB}"/>
              </a:ext>
            </a:extLst>
          </p:cNvPr>
          <p:cNvGrpSpPr/>
          <p:nvPr/>
        </p:nvGrpSpPr>
        <p:grpSpPr>
          <a:xfrm>
            <a:off x="8406634" y="2994027"/>
            <a:ext cx="1661375" cy="945205"/>
            <a:chOff x="8406634" y="2994027"/>
            <a:chExt cx="1661375" cy="945205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F966DA61-AB16-4BEE-BF7E-1D85FED54561}"/>
                </a:ext>
              </a:extLst>
            </p:cNvPr>
            <p:cNvSpPr/>
            <p:nvPr/>
          </p:nvSpPr>
          <p:spPr>
            <a:xfrm>
              <a:off x="8406634" y="2994027"/>
              <a:ext cx="1661375" cy="94520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accent2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B745794D-EA16-41D4-942A-DE44DA7DA43F}"/>
                </a:ext>
              </a:extLst>
            </p:cNvPr>
            <p:cNvSpPr txBox="1"/>
            <p:nvPr/>
          </p:nvSpPr>
          <p:spPr>
            <a:xfrm>
              <a:off x="8743094" y="3235795"/>
              <a:ext cx="991922" cy="461665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Tarifs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78DF9124-1D37-4294-A048-801FEDC1CB89}"/>
              </a:ext>
            </a:extLst>
          </p:cNvPr>
          <p:cNvCxnSpPr>
            <a:cxnSpLocks/>
          </p:cNvCxnSpPr>
          <p:nvPr/>
        </p:nvCxnSpPr>
        <p:spPr>
          <a:xfrm>
            <a:off x="6061177" y="4234508"/>
            <a:ext cx="0" cy="51515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0920A02F-A63F-459D-985C-EC4F0B7053E8}"/>
              </a:ext>
            </a:extLst>
          </p:cNvPr>
          <p:cNvCxnSpPr>
            <a:cxnSpLocks/>
          </p:cNvCxnSpPr>
          <p:nvPr/>
        </p:nvCxnSpPr>
        <p:spPr>
          <a:xfrm flipH="1">
            <a:off x="5457529" y="5090699"/>
            <a:ext cx="424355" cy="17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45AF0F24-D6D8-410A-873A-A5F01CA7311F}"/>
              </a:ext>
            </a:extLst>
          </p:cNvPr>
          <p:cNvCxnSpPr>
            <a:cxnSpLocks/>
          </p:cNvCxnSpPr>
          <p:nvPr/>
        </p:nvCxnSpPr>
        <p:spPr>
          <a:xfrm>
            <a:off x="6194918" y="5090699"/>
            <a:ext cx="4544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5" name="Groupe 64">
            <a:extLst>
              <a:ext uri="{FF2B5EF4-FFF2-40B4-BE49-F238E27FC236}">
                <a16:creationId xmlns:a16="http://schemas.microsoft.com/office/drawing/2014/main" id="{E057718D-A906-44B6-8D0D-6EEA0A73E9DD}"/>
              </a:ext>
            </a:extLst>
          </p:cNvPr>
          <p:cNvGrpSpPr/>
          <p:nvPr/>
        </p:nvGrpSpPr>
        <p:grpSpPr>
          <a:xfrm>
            <a:off x="3632966" y="4543885"/>
            <a:ext cx="1661375" cy="945205"/>
            <a:chOff x="3632966" y="4543885"/>
            <a:chExt cx="1661375" cy="945205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7BAC8DD1-2A0A-4FDF-96F1-B32D01E2289F}"/>
                </a:ext>
              </a:extLst>
            </p:cNvPr>
            <p:cNvSpPr/>
            <p:nvPr/>
          </p:nvSpPr>
          <p:spPr>
            <a:xfrm>
              <a:off x="3632966" y="4543885"/>
              <a:ext cx="1661375" cy="94520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accent2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1" name="ZoneTexte 60">
              <a:extLst>
                <a:ext uri="{FF2B5EF4-FFF2-40B4-BE49-F238E27FC236}">
                  <a16:creationId xmlns:a16="http://schemas.microsoft.com/office/drawing/2014/main" id="{7CA3A2ED-A289-485C-A62A-E614FAA9EEBB}"/>
                </a:ext>
              </a:extLst>
            </p:cNvPr>
            <p:cNvSpPr txBox="1"/>
            <p:nvPr/>
          </p:nvSpPr>
          <p:spPr>
            <a:xfrm>
              <a:off x="3812176" y="4749662"/>
              <a:ext cx="1482165" cy="461665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propos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4" name="Groupe 63">
            <a:extLst>
              <a:ext uri="{FF2B5EF4-FFF2-40B4-BE49-F238E27FC236}">
                <a16:creationId xmlns:a16="http://schemas.microsoft.com/office/drawing/2014/main" id="{FD2EDF88-8EEB-404A-BDAC-AF0857BABD0D}"/>
              </a:ext>
            </a:extLst>
          </p:cNvPr>
          <p:cNvGrpSpPr/>
          <p:nvPr/>
        </p:nvGrpSpPr>
        <p:grpSpPr>
          <a:xfrm>
            <a:off x="6867856" y="4543885"/>
            <a:ext cx="1661375" cy="945205"/>
            <a:chOff x="7018717" y="4543885"/>
            <a:chExt cx="1661375" cy="945205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B8C1D4D2-61EE-4283-A291-437BF2933AB3}"/>
                </a:ext>
              </a:extLst>
            </p:cNvPr>
            <p:cNvSpPr/>
            <p:nvPr/>
          </p:nvSpPr>
          <p:spPr>
            <a:xfrm>
              <a:off x="7018717" y="4543885"/>
              <a:ext cx="1661375" cy="94520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accent2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2" name="ZoneTexte 61">
              <a:extLst>
                <a:ext uri="{FF2B5EF4-FFF2-40B4-BE49-F238E27FC236}">
                  <a16:creationId xmlns:a16="http://schemas.microsoft.com/office/drawing/2014/main" id="{2BCE39BD-E1DB-430F-AF64-E26015576788}"/>
                </a:ext>
              </a:extLst>
            </p:cNvPr>
            <p:cNvSpPr txBox="1"/>
            <p:nvPr/>
          </p:nvSpPr>
          <p:spPr>
            <a:xfrm>
              <a:off x="7238502" y="4752728"/>
              <a:ext cx="1165735" cy="461665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Contact</a:t>
              </a:r>
            </a:p>
          </p:txBody>
        </p:sp>
      </p:grpSp>
      <p:sp>
        <p:nvSpPr>
          <p:cNvPr id="66" name="Forme libre : forme 65">
            <a:extLst>
              <a:ext uri="{FF2B5EF4-FFF2-40B4-BE49-F238E27FC236}">
                <a16:creationId xmlns:a16="http://schemas.microsoft.com/office/drawing/2014/main" id="{53A13BCE-A4E7-49C1-B063-9845647CF61A}"/>
              </a:ext>
            </a:extLst>
          </p:cNvPr>
          <p:cNvSpPr/>
          <p:nvPr/>
        </p:nvSpPr>
        <p:spPr>
          <a:xfrm rot="20625246">
            <a:off x="-270311" y="6355001"/>
            <a:ext cx="1102661" cy="1005998"/>
          </a:xfrm>
          <a:custGeom>
            <a:avLst/>
            <a:gdLst>
              <a:gd name="connsiteX0" fmla="*/ 0 w 3249827"/>
              <a:gd name="connsiteY0" fmla="*/ 0 h 2872440"/>
              <a:gd name="connsiteX1" fmla="*/ 3249827 w 3249827"/>
              <a:gd name="connsiteY1" fmla="*/ 0 h 2872440"/>
              <a:gd name="connsiteX2" fmla="*/ 3249827 w 3249827"/>
              <a:gd name="connsiteY2" fmla="*/ 2872440 h 2872440"/>
              <a:gd name="connsiteX3" fmla="*/ 2883243 w 3249827"/>
              <a:gd name="connsiteY3" fmla="*/ 2872440 h 2872440"/>
              <a:gd name="connsiteX4" fmla="*/ 2883243 w 3249827"/>
              <a:gd name="connsiteY4" fmla="*/ 233277 h 2872440"/>
              <a:gd name="connsiteX5" fmla="*/ 0 w 3249827"/>
              <a:gd name="connsiteY5" fmla="*/ 233277 h 2872440"/>
              <a:gd name="connsiteX6" fmla="*/ 0 w 3249827"/>
              <a:gd name="connsiteY6" fmla="*/ 0 h 287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49827" h="2872440">
                <a:moveTo>
                  <a:pt x="0" y="0"/>
                </a:moveTo>
                <a:lnTo>
                  <a:pt x="3249827" y="0"/>
                </a:lnTo>
                <a:lnTo>
                  <a:pt x="3249827" y="2872440"/>
                </a:lnTo>
                <a:lnTo>
                  <a:pt x="2883243" y="2872440"/>
                </a:lnTo>
                <a:lnTo>
                  <a:pt x="2883243" y="233277"/>
                </a:lnTo>
                <a:lnTo>
                  <a:pt x="0" y="233277"/>
                </a:lnTo>
                <a:lnTo>
                  <a:pt x="0" y="0"/>
                </a:lnTo>
                <a:close/>
              </a:path>
            </a:pathLst>
          </a:custGeom>
          <a:solidFill>
            <a:srgbClr val="FF7B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67" name="Forme libre : forme 66">
            <a:extLst>
              <a:ext uri="{FF2B5EF4-FFF2-40B4-BE49-F238E27FC236}">
                <a16:creationId xmlns:a16="http://schemas.microsoft.com/office/drawing/2014/main" id="{57B0B206-CCF0-40AB-A44E-F1E25D24B259}"/>
              </a:ext>
            </a:extLst>
          </p:cNvPr>
          <p:cNvSpPr/>
          <p:nvPr/>
        </p:nvSpPr>
        <p:spPr>
          <a:xfrm rot="20625246">
            <a:off x="-551330" y="6225012"/>
            <a:ext cx="1102661" cy="1005998"/>
          </a:xfrm>
          <a:custGeom>
            <a:avLst/>
            <a:gdLst>
              <a:gd name="connsiteX0" fmla="*/ 0 w 3249827"/>
              <a:gd name="connsiteY0" fmla="*/ 0 h 2872440"/>
              <a:gd name="connsiteX1" fmla="*/ 3249827 w 3249827"/>
              <a:gd name="connsiteY1" fmla="*/ 0 h 2872440"/>
              <a:gd name="connsiteX2" fmla="*/ 3249827 w 3249827"/>
              <a:gd name="connsiteY2" fmla="*/ 2872440 h 2872440"/>
              <a:gd name="connsiteX3" fmla="*/ 2883243 w 3249827"/>
              <a:gd name="connsiteY3" fmla="*/ 2872440 h 2872440"/>
              <a:gd name="connsiteX4" fmla="*/ 2883243 w 3249827"/>
              <a:gd name="connsiteY4" fmla="*/ 233277 h 2872440"/>
              <a:gd name="connsiteX5" fmla="*/ 0 w 3249827"/>
              <a:gd name="connsiteY5" fmla="*/ 233277 h 2872440"/>
              <a:gd name="connsiteX6" fmla="*/ 0 w 3249827"/>
              <a:gd name="connsiteY6" fmla="*/ 0 h 287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49827" h="2872440">
                <a:moveTo>
                  <a:pt x="0" y="0"/>
                </a:moveTo>
                <a:lnTo>
                  <a:pt x="3249827" y="0"/>
                </a:lnTo>
                <a:lnTo>
                  <a:pt x="3249827" y="2872440"/>
                </a:lnTo>
                <a:lnTo>
                  <a:pt x="2883243" y="2872440"/>
                </a:lnTo>
                <a:lnTo>
                  <a:pt x="2883243" y="233277"/>
                </a:lnTo>
                <a:lnTo>
                  <a:pt x="0" y="233277"/>
                </a:lnTo>
                <a:lnTo>
                  <a:pt x="0" y="0"/>
                </a:lnTo>
                <a:close/>
              </a:path>
            </a:pathLst>
          </a:custGeom>
          <a:solidFill>
            <a:srgbClr val="FF7B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68" name="Forme libre : forme 67">
            <a:extLst>
              <a:ext uri="{FF2B5EF4-FFF2-40B4-BE49-F238E27FC236}">
                <a16:creationId xmlns:a16="http://schemas.microsoft.com/office/drawing/2014/main" id="{DB3D2265-E21E-4A2B-9610-614EFAE5F968}"/>
              </a:ext>
            </a:extLst>
          </p:cNvPr>
          <p:cNvSpPr/>
          <p:nvPr/>
        </p:nvSpPr>
        <p:spPr>
          <a:xfrm rot="14465968">
            <a:off x="11194578" y="5697736"/>
            <a:ext cx="1102661" cy="2608781"/>
          </a:xfrm>
          <a:custGeom>
            <a:avLst/>
            <a:gdLst>
              <a:gd name="connsiteX0" fmla="*/ 0 w 3249827"/>
              <a:gd name="connsiteY0" fmla="*/ 0 h 2872440"/>
              <a:gd name="connsiteX1" fmla="*/ 3249827 w 3249827"/>
              <a:gd name="connsiteY1" fmla="*/ 0 h 2872440"/>
              <a:gd name="connsiteX2" fmla="*/ 3249827 w 3249827"/>
              <a:gd name="connsiteY2" fmla="*/ 2872440 h 2872440"/>
              <a:gd name="connsiteX3" fmla="*/ 2883243 w 3249827"/>
              <a:gd name="connsiteY3" fmla="*/ 2872440 h 2872440"/>
              <a:gd name="connsiteX4" fmla="*/ 2883243 w 3249827"/>
              <a:gd name="connsiteY4" fmla="*/ 233277 h 2872440"/>
              <a:gd name="connsiteX5" fmla="*/ 0 w 3249827"/>
              <a:gd name="connsiteY5" fmla="*/ 233277 h 2872440"/>
              <a:gd name="connsiteX6" fmla="*/ 0 w 3249827"/>
              <a:gd name="connsiteY6" fmla="*/ 0 h 287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49827" h="2872440">
                <a:moveTo>
                  <a:pt x="0" y="0"/>
                </a:moveTo>
                <a:lnTo>
                  <a:pt x="3249827" y="0"/>
                </a:lnTo>
                <a:lnTo>
                  <a:pt x="3249827" y="2872440"/>
                </a:lnTo>
                <a:lnTo>
                  <a:pt x="2883243" y="2872440"/>
                </a:lnTo>
                <a:lnTo>
                  <a:pt x="2883243" y="233277"/>
                </a:lnTo>
                <a:lnTo>
                  <a:pt x="0" y="233277"/>
                </a:lnTo>
                <a:lnTo>
                  <a:pt x="0" y="0"/>
                </a:lnTo>
                <a:close/>
              </a:path>
            </a:pathLst>
          </a:custGeom>
          <a:solidFill>
            <a:srgbClr val="FF7B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70" name="Forme libre : forme 69">
            <a:extLst>
              <a:ext uri="{FF2B5EF4-FFF2-40B4-BE49-F238E27FC236}">
                <a16:creationId xmlns:a16="http://schemas.microsoft.com/office/drawing/2014/main" id="{97358753-F4AD-424B-856E-155E56464358}"/>
              </a:ext>
            </a:extLst>
          </p:cNvPr>
          <p:cNvSpPr/>
          <p:nvPr/>
        </p:nvSpPr>
        <p:spPr>
          <a:xfrm rot="5400000">
            <a:off x="10739701" y="-1304391"/>
            <a:ext cx="1102661" cy="2608781"/>
          </a:xfrm>
          <a:custGeom>
            <a:avLst/>
            <a:gdLst>
              <a:gd name="connsiteX0" fmla="*/ 0 w 3249827"/>
              <a:gd name="connsiteY0" fmla="*/ 0 h 2872440"/>
              <a:gd name="connsiteX1" fmla="*/ 3249827 w 3249827"/>
              <a:gd name="connsiteY1" fmla="*/ 0 h 2872440"/>
              <a:gd name="connsiteX2" fmla="*/ 3249827 w 3249827"/>
              <a:gd name="connsiteY2" fmla="*/ 2872440 h 2872440"/>
              <a:gd name="connsiteX3" fmla="*/ 2883243 w 3249827"/>
              <a:gd name="connsiteY3" fmla="*/ 2872440 h 2872440"/>
              <a:gd name="connsiteX4" fmla="*/ 2883243 w 3249827"/>
              <a:gd name="connsiteY4" fmla="*/ 233277 h 2872440"/>
              <a:gd name="connsiteX5" fmla="*/ 0 w 3249827"/>
              <a:gd name="connsiteY5" fmla="*/ 233277 h 2872440"/>
              <a:gd name="connsiteX6" fmla="*/ 0 w 3249827"/>
              <a:gd name="connsiteY6" fmla="*/ 0 h 287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49827" h="2872440">
                <a:moveTo>
                  <a:pt x="0" y="0"/>
                </a:moveTo>
                <a:lnTo>
                  <a:pt x="3249827" y="0"/>
                </a:lnTo>
                <a:lnTo>
                  <a:pt x="3249827" y="2872440"/>
                </a:lnTo>
                <a:lnTo>
                  <a:pt x="2883243" y="2872440"/>
                </a:lnTo>
                <a:lnTo>
                  <a:pt x="2883243" y="233277"/>
                </a:lnTo>
                <a:lnTo>
                  <a:pt x="0" y="233277"/>
                </a:lnTo>
                <a:lnTo>
                  <a:pt x="0" y="0"/>
                </a:lnTo>
                <a:close/>
              </a:path>
            </a:pathLst>
          </a:custGeom>
          <a:solidFill>
            <a:srgbClr val="FF7B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grpSp>
        <p:nvGrpSpPr>
          <p:cNvPr id="81" name="Groupe 80">
            <a:extLst>
              <a:ext uri="{FF2B5EF4-FFF2-40B4-BE49-F238E27FC236}">
                <a16:creationId xmlns:a16="http://schemas.microsoft.com/office/drawing/2014/main" id="{503DF195-34EE-4598-90F6-BF6EDF94771E}"/>
              </a:ext>
            </a:extLst>
          </p:cNvPr>
          <p:cNvGrpSpPr/>
          <p:nvPr/>
        </p:nvGrpSpPr>
        <p:grpSpPr>
          <a:xfrm>
            <a:off x="3125707" y="6131383"/>
            <a:ext cx="1593635" cy="344840"/>
            <a:chOff x="3195483" y="6220850"/>
            <a:chExt cx="1593635" cy="344840"/>
          </a:xfrm>
        </p:grpSpPr>
        <p:sp>
          <p:nvSpPr>
            <p:cNvPr id="79" name="Rectangle : coins arrondis 78">
              <a:extLst>
                <a:ext uri="{FF2B5EF4-FFF2-40B4-BE49-F238E27FC236}">
                  <a16:creationId xmlns:a16="http://schemas.microsoft.com/office/drawing/2014/main" id="{14E32C6D-B142-4F8E-9BD2-32526654CDA2}"/>
                </a:ext>
              </a:extLst>
            </p:cNvPr>
            <p:cNvSpPr/>
            <p:nvPr/>
          </p:nvSpPr>
          <p:spPr>
            <a:xfrm>
              <a:off x="3308037" y="6269345"/>
              <a:ext cx="1436268" cy="2900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76" name="Image 75">
              <a:extLst>
                <a:ext uri="{FF2B5EF4-FFF2-40B4-BE49-F238E27FC236}">
                  <a16:creationId xmlns:a16="http://schemas.microsoft.com/office/drawing/2014/main" id="{3DE2C172-8F4E-442E-A254-4C606CA86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5483" y="6275630"/>
              <a:ext cx="112553" cy="290060"/>
            </a:xfrm>
            <a:prstGeom prst="rect">
              <a:avLst/>
            </a:prstGeom>
          </p:spPr>
        </p:pic>
        <p:sp>
          <p:nvSpPr>
            <p:cNvPr id="77" name="ZoneTexte 76">
              <a:extLst>
                <a:ext uri="{FF2B5EF4-FFF2-40B4-BE49-F238E27FC236}">
                  <a16:creationId xmlns:a16="http://schemas.microsoft.com/office/drawing/2014/main" id="{4B59CBEE-2B65-4F86-A9C7-47332ED33802}"/>
                </a:ext>
              </a:extLst>
            </p:cNvPr>
            <p:cNvSpPr txBox="1"/>
            <p:nvPr/>
          </p:nvSpPr>
          <p:spPr>
            <a:xfrm>
              <a:off x="3251759" y="6220850"/>
              <a:ext cx="153735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css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/styles.css…</a:t>
              </a:r>
            </a:p>
          </p:txBody>
        </p:sp>
      </p:grpSp>
      <p:grpSp>
        <p:nvGrpSpPr>
          <p:cNvPr id="82" name="Groupe 81">
            <a:extLst>
              <a:ext uri="{FF2B5EF4-FFF2-40B4-BE49-F238E27FC236}">
                <a16:creationId xmlns:a16="http://schemas.microsoft.com/office/drawing/2014/main" id="{4DF3BB9E-D3BF-4C65-8DA4-51941E7FA34E}"/>
              </a:ext>
            </a:extLst>
          </p:cNvPr>
          <p:cNvGrpSpPr/>
          <p:nvPr/>
        </p:nvGrpSpPr>
        <p:grpSpPr>
          <a:xfrm>
            <a:off x="5340688" y="6137669"/>
            <a:ext cx="1082676" cy="344840"/>
            <a:chOff x="3195483" y="6220850"/>
            <a:chExt cx="1082676" cy="344840"/>
          </a:xfrm>
        </p:grpSpPr>
        <p:sp>
          <p:nvSpPr>
            <p:cNvPr id="83" name="Rectangle : coins arrondis 82">
              <a:extLst>
                <a:ext uri="{FF2B5EF4-FFF2-40B4-BE49-F238E27FC236}">
                  <a16:creationId xmlns:a16="http://schemas.microsoft.com/office/drawing/2014/main" id="{BD653E4E-AA70-43BA-A6AD-55FA6231B11E}"/>
                </a:ext>
              </a:extLst>
            </p:cNvPr>
            <p:cNvSpPr/>
            <p:nvPr/>
          </p:nvSpPr>
          <p:spPr>
            <a:xfrm>
              <a:off x="3308037" y="6269345"/>
              <a:ext cx="970122" cy="2900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84" name="Image 83">
              <a:extLst>
                <a:ext uri="{FF2B5EF4-FFF2-40B4-BE49-F238E27FC236}">
                  <a16:creationId xmlns:a16="http://schemas.microsoft.com/office/drawing/2014/main" id="{9B1F05BC-5FB7-4B77-8F18-97609DA30A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5483" y="6275630"/>
              <a:ext cx="112553" cy="290060"/>
            </a:xfrm>
            <a:prstGeom prst="rect">
              <a:avLst/>
            </a:prstGeom>
          </p:spPr>
        </p:pic>
        <p:sp>
          <p:nvSpPr>
            <p:cNvPr id="85" name="ZoneTexte 84">
              <a:extLst>
                <a:ext uri="{FF2B5EF4-FFF2-40B4-BE49-F238E27FC236}">
                  <a16:creationId xmlns:a16="http://schemas.microsoft.com/office/drawing/2014/main" id="{27BA0AA6-3265-49A0-820D-8D0F85A7552D}"/>
                </a:ext>
              </a:extLst>
            </p:cNvPr>
            <p:cNvSpPr txBox="1"/>
            <p:nvPr/>
          </p:nvSpPr>
          <p:spPr>
            <a:xfrm>
              <a:off x="3251760" y="6220850"/>
              <a:ext cx="102639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js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/main.js  </a:t>
              </a:r>
            </a:p>
          </p:txBody>
        </p:sp>
      </p:grpSp>
      <p:grpSp>
        <p:nvGrpSpPr>
          <p:cNvPr id="90" name="Groupe 89">
            <a:extLst>
              <a:ext uri="{FF2B5EF4-FFF2-40B4-BE49-F238E27FC236}">
                <a16:creationId xmlns:a16="http://schemas.microsoft.com/office/drawing/2014/main" id="{F7DF42BB-BB71-40B0-85ED-9AE7EB34F587}"/>
              </a:ext>
            </a:extLst>
          </p:cNvPr>
          <p:cNvGrpSpPr/>
          <p:nvPr/>
        </p:nvGrpSpPr>
        <p:grpSpPr>
          <a:xfrm>
            <a:off x="8559034" y="6143955"/>
            <a:ext cx="828131" cy="344840"/>
            <a:chOff x="6500133" y="6156458"/>
            <a:chExt cx="828131" cy="344840"/>
          </a:xfrm>
        </p:grpSpPr>
        <p:sp>
          <p:nvSpPr>
            <p:cNvPr id="87" name="Rectangle : coins arrondis 86">
              <a:extLst>
                <a:ext uri="{FF2B5EF4-FFF2-40B4-BE49-F238E27FC236}">
                  <a16:creationId xmlns:a16="http://schemas.microsoft.com/office/drawing/2014/main" id="{78C9D11B-B111-46A5-A419-1C0B5D2BC1AC}"/>
                </a:ext>
              </a:extLst>
            </p:cNvPr>
            <p:cNvSpPr/>
            <p:nvPr/>
          </p:nvSpPr>
          <p:spPr>
            <a:xfrm>
              <a:off x="6612687" y="6204953"/>
              <a:ext cx="715577" cy="2900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88" name="Image 87">
              <a:extLst>
                <a:ext uri="{FF2B5EF4-FFF2-40B4-BE49-F238E27FC236}">
                  <a16:creationId xmlns:a16="http://schemas.microsoft.com/office/drawing/2014/main" id="{E8931FAE-6254-43B4-85EC-1E3AFEBF4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00133" y="6211238"/>
              <a:ext cx="112553" cy="290060"/>
            </a:xfrm>
            <a:prstGeom prst="rect">
              <a:avLst/>
            </a:prstGeom>
          </p:spPr>
        </p:pic>
        <p:sp>
          <p:nvSpPr>
            <p:cNvPr id="89" name="ZoneTexte 88">
              <a:extLst>
                <a:ext uri="{FF2B5EF4-FFF2-40B4-BE49-F238E27FC236}">
                  <a16:creationId xmlns:a16="http://schemas.microsoft.com/office/drawing/2014/main" id="{C1E51395-001E-4AA3-8004-F87A3D17BCD4}"/>
                </a:ext>
              </a:extLst>
            </p:cNvPr>
            <p:cNvSpPr txBox="1"/>
            <p:nvPr/>
          </p:nvSpPr>
          <p:spPr>
            <a:xfrm>
              <a:off x="6556410" y="6156458"/>
              <a:ext cx="771854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Image/</a:t>
              </a:r>
            </a:p>
          </p:txBody>
        </p:sp>
      </p:grpSp>
      <p:grpSp>
        <p:nvGrpSpPr>
          <p:cNvPr id="91" name="Groupe 90">
            <a:extLst>
              <a:ext uri="{FF2B5EF4-FFF2-40B4-BE49-F238E27FC236}">
                <a16:creationId xmlns:a16="http://schemas.microsoft.com/office/drawing/2014/main" id="{F042997B-F9AB-4A02-A45D-C465D6A03E9D}"/>
              </a:ext>
            </a:extLst>
          </p:cNvPr>
          <p:cNvGrpSpPr/>
          <p:nvPr/>
        </p:nvGrpSpPr>
        <p:grpSpPr>
          <a:xfrm>
            <a:off x="6950337" y="6143955"/>
            <a:ext cx="832011" cy="344840"/>
            <a:chOff x="6500133" y="6156458"/>
            <a:chExt cx="832011" cy="344840"/>
          </a:xfrm>
        </p:grpSpPr>
        <p:sp>
          <p:nvSpPr>
            <p:cNvPr id="92" name="Rectangle : coins arrondis 91">
              <a:extLst>
                <a:ext uri="{FF2B5EF4-FFF2-40B4-BE49-F238E27FC236}">
                  <a16:creationId xmlns:a16="http://schemas.microsoft.com/office/drawing/2014/main" id="{1D9436B1-10A0-4710-8A5D-494E5EAC8A21}"/>
                </a:ext>
              </a:extLst>
            </p:cNvPr>
            <p:cNvSpPr/>
            <p:nvPr/>
          </p:nvSpPr>
          <p:spPr>
            <a:xfrm>
              <a:off x="6612688" y="6204953"/>
              <a:ext cx="664882" cy="29005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93" name="Image 92">
              <a:extLst>
                <a:ext uri="{FF2B5EF4-FFF2-40B4-BE49-F238E27FC236}">
                  <a16:creationId xmlns:a16="http://schemas.microsoft.com/office/drawing/2014/main" id="{E9D6C563-E0EB-40EA-AEE5-4F295A394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00133" y="6211238"/>
              <a:ext cx="112553" cy="290060"/>
            </a:xfrm>
            <a:prstGeom prst="rect">
              <a:avLst/>
            </a:prstGeom>
          </p:spPr>
        </p:pic>
        <p:sp>
          <p:nvSpPr>
            <p:cNvPr id="94" name="ZoneTexte 93">
              <a:extLst>
                <a:ext uri="{FF2B5EF4-FFF2-40B4-BE49-F238E27FC236}">
                  <a16:creationId xmlns:a16="http://schemas.microsoft.com/office/drawing/2014/main" id="{5656F6D3-13DE-43EE-ABC8-C82B89F021DC}"/>
                </a:ext>
              </a:extLst>
            </p:cNvPr>
            <p:cNvSpPr txBox="1"/>
            <p:nvPr/>
          </p:nvSpPr>
          <p:spPr>
            <a:xfrm>
              <a:off x="6556410" y="6156458"/>
              <a:ext cx="775734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Docs/</a:t>
              </a:r>
            </a:p>
          </p:txBody>
        </p:sp>
      </p:grpSp>
      <p:grpSp>
        <p:nvGrpSpPr>
          <p:cNvPr id="96" name="Groupe 95">
            <a:extLst>
              <a:ext uri="{FF2B5EF4-FFF2-40B4-BE49-F238E27FC236}">
                <a16:creationId xmlns:a16="http://schemas.microsoft.com/office/drawing/2014/main" id="{7DC1C292-69DC-4E54-8045-49DAB9EE8BF1}"/>
              </a:ext>
            </a:extLst>
          </p:cNvPr>
          <p:cNvGrpSpPr/>
          <p:nvPr/>
        </p:nvGrpSpPr>
        <p:grpSpPr>
          <a:xfrm>
            <a:off x="3863971" y="-1358879"/>
            <a:ext cx="4464058" cy="1135965"/>
            <a:chOff x="6218812" y="1834813"/>
            <a:chExt cx="4464058" cy="1135965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97" name="Forme libre : forme 96">
              <a:extLst>
                <a:ext uri="{FF2B5EF4-FFF2-40B4-BE49-F238E27FC236}">
                  <a16:creationId xmlns:a16="http://schemas.microsoft.com/office/drawing/2014/main" id="{DC15E829-783F-4E5B-A7E8-241F2312A820}"/>
                </a:ext>
              </a:extLst>
            </p:cNvPr>
            <p:cNvSpPr/>
            <p:nvPr/>
          </p:nvSpPr>
          <p:spPr>
            <a:xfrm>
              <a:off x="9275718" y="1834813"/>
              <a:ext cx="1300969" cy="1135965"/>
            </a:xfrm>
            <a:custGeom>
              <a:avLst/>
              <a:gdLst>
                <a:gd name="connsiteX0" fmla="*/ 344365 w 3790950"/>
                <a:gd name="connsiteY0" fmla="*/ 0 h 3601327"/>
                <a:gd name="connsiteX1" fmla="*/ 2890618 w 3790950"/>
                <a:gd name="connsiteY1" fmla="*/ 0 h 3601327"/>
                <a:gd name="connsiteX2" fmla="*/ 3790950 w 3790950"/>
                <a:gd name="connsiteY2" fmla="*/ 1800664 h 3601327"/>
                <a:gd name="connsiteX3" fmla="*/ 2890618 w 3790950"/>
                <a:gd name="connsiteY3" fmla="*/ 3601327 h 3601327"/>
                <a:gd name="connsiteX4" fmla="*/ 344365 w 3790950"/>
                <a:gd name="connsiteY4" fmla="*/ 3601327 h 3601327"/>
                <a:gd name="connsiteX5" fmla="*/ 0 w 3790950"/>
                <a:gd name="connsiteY5" fmla="*/ 2912596 h 3601327"/>
                <a:gd name="connsiteX6" fmla="*/ 2390922 w 3790950"/>
                <a:gd name="connsiteY6" fmla="*/ 2912596 h 3601327"/>
                <a:gd name="connsiteX7" fmla="*/ 2946889 w 3790950"/>
                <a:gd name="connsiteY7" fmla="*/ 1800663 h 3601327"/>
                <a:gd name="connsiteX8" fmla="*/ 2390922 w 3790950"/>
                <a:gd name="connsiteY8" fmla="*/ 688730 h 3601327"/>
                <a:gd name="connsiteX9" fmla="*/ 0 w 3790950"/>
                <a:gd name="connsiteY9" fmla="*/ 688730 h 3601327"/>
                <a:gd name="connsiteX10" fmla="*/ 344365 w 3790950"/>
                <a:gd name="connsiteY10" fmla="*/ 0 h 360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90950" h="3601327">
                  <a:moveTo>
                    <a:pt x="344365" y="0"/>
                  </a:moveTo>
                  <a:lnTo>
                    <a:pt x="2890618" y="0"/>
                  </a:lnTo>
                  <a:lnTo>
                    <a:pt x="3790950" y="1800664"/>
                  </a:lnTo>
                  <a:lnTo>
                    <a:pt x="2890618" y="3601327"/>
                  </a:lnTo>
                  <a:lnTo>
                    <a:pt x="344365" y="3601327"/>
                  </a:lnTo>
                  <a:lnTo>
                    <a:pt x="0" y="2912596"/>
                  </a:lnTo>
                  <a:lnTo>
                    <a:pt x="2390922" y="2912596"/>
                  </a:lnTo>
                  <a:lnTo>
                    <a:pt x="2946889" y="1800663"/>
                  </a:lnTo>
                  <a:lnTo>
                    <a:pt x="2390922" y="688730"/>
                  </a:lnTo>
                  <a:lnTo>
                    <a:pt x="0" y="688730"/>
                  </a:lnTo>
                  <a:lnTo>
                    <a:pt x="344365" y="0"/>
                  </a:lnTo>
                  <a:close/>
                </a:path>
              </a:pathLst>
            </a:custGeom>
            <a:solidFill>
              <a:srgbClr val="FF7B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98" name="Hexagone 97">
              <a:extLst>
                <a:ext uri="{FF2B5EF4-FFF2-40B4-BE49-F238E27FC236}">
                  <a16:creationId xmlns:a16="http://schemas.microsoft.com/office/drawing/2014/main" id="{274C5795-492C-42DD-A67B-B468ADC6938F}"/>
                </a:ext>
              </a:extLst>
            </p:cNvPr>
            <p:cNvSpPr/>
            <p:nvPr/>
          </p:nvSpPr>
          <p:spPr>
            <a:xfrm>
              <a:off x="6495041" y="2053883"/>
              <a:ext cx="3833331" cy="719146"/>
            </a:xfrm>
            <a:prstGeom prst="hexagon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9" name="ZoneTexte 98">
              <a:extLst>
                <a:ext uri="{FF2B5EF4-FFF2-40B4-BE49-F238E27FC236}">
                  <a16:creationId xmlns:a16="http://schemas.microsoft.com/office/drawing/2014/main" id="{B30281C1-83ED-448F-B03E-DC0B5BA5937C}"/>
                </a:ext>
              </a:extLst>
            </p:cNvPr>
            <p:cNvSpPr txBox="1"/>
            <p:nvPr/>
          </p:nvSpPr>
          <p:spPr>
            <a:xfrm>
              <a:off x="6218812" y="2123909"/>
              <a:ext cx="4464058" cy="458074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ARCHITECTURE DU PROJET</a:t>
              </a:r>
            </a:p>
          </p:txBody>
        </p:sp>
      </p:grpSp>
      <p:cxnSp>
        <p:nvCxnSpPr>
          <p:cNvPr id="4" name="Connecteur : en angle 3">
            <a:extLst>
              <a:ext uri="{FF2B5EF4-FFF2-40B4-BE49-F238E27FC236}">
                <a16:creationId xmlns:a16="http://schemas.microsoft.com/office/drawing/2014/main" id="{16132D9D-6DD8-493D-AF35-B2D81E0EDC7A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37629" y="4170919"/>
            <a:ext cx="1113375" cy="939544"/>
          </a:xfrm>
          <a:prstGeom prst="bentConnector3">
            <a:avLst>
              <a:gd name="adj1" fmla="val 99464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9" name="Connecteur : en angle 68">
            <a:extLst>
              <a:ext uri="{FF2B5EF4-FFF2-40B4-BE49-F238E27FC236}">
                <a16:creationId xmlns:a16="http://schemas.microsoft.com/office/drawing/2014/main" id="{F069315C-09A7-4E03-A126-8475F3F6E046}"/>
              </a:ext>
            </a:extLst>
          </p:cNvPr>
          <p:cNvCxnSpPr>
            <a:cxnSpLocks/>
          </p:cNvCxnSpPr>
          <p:nvPr/>
        </p:nvCxnSpPr>
        <p:spPr>
          <a:xfrm rot="5400000">
            <a:off x="8632261" y="4337238"/>
            <a:ext cx="897507" cy="675842"/>
          </a:xfrm>
          <a:prstGeom prst="bentConnector3">
            <a:avLst>
              <a:gd name="adj1" fmla="val 99428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620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04 -3.33333E-6 L -0.65338 -0.01088 " pathEditMode="relative" rAng="0" ptsTypes="AA">
                                      <p:cBhvr>
                                        <p:cTn id="6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474" y="-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0"/>
                            </p:stCondLst>
                            <p:childTnLst>
                              <p:par>
                                <p:cTn id="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22222E-6 L 0 0.23403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6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7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7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7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7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25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75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25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750"/>
                            </p:stCondLst>
                            <p:childTnLst>
                              <p:par>
                                <p:cTn id="4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25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75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25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75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25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75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e 38">
            <a:extLst>
              <a:ext uri="{FF2B5EF4-FFF2-40B4-BE49-F238E27FC236}">
                <a16:creationId xmlns:a16="http://schemas.microsoft.com/office/drawing/2014/main" id="{83C76B8B-2695-4A74-B764-CCB9045D6589}"/>
              </a:ext>
            </a:extLst>
          </p:cNvPr>
          <p:cNvGrpSpPr/>
          <p:nvPr/>
        </p:nvGrpSpPr>
        <p:grpSpPr>
          <a:xfrm rot="14340822">
            <a:off x="-825664" y="4484162"/>
            <a:ext cx="4676084" cy="4546734"/>
            <a:chOff x="3508207" y="1231833"/>
            <a:chExt cx="4676084" cy="454673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840387D4-0912-4701-8F1B-4F204D9AA976}"/>
                </a:ext>
              </a:extLst>
            </p:cNvPr>
            <p:cNvSpPr/>
            <p:nvPr/>
          </p:nvSpPr>
          <p:spPr>
            <a:xfrm>
              <a:off x="3508207" y="1231833"/>
              <a:ext cx="4523684" cy="4394334"/>
            </a:xfrm>
            <a:prstGeom prst="arc">
              <a:avLst>
                <a:gd name="adj1" fmla="val 16200000"/>
                <a:gd name="adj2" fmla="val 15620405"/>
              </a:avLst>
            </a:prstGeom>
            <a:ln>
              <a:solidFill>
                <a:srgbClr val="FF7B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BF83AC87-7067-467A-AA59-6DFF5A594A9A}"/>
                </a:ext>
              </a:extLst>
            </p:cNvPr>
            <p:cNvSpPr/>
            <p:nvPr/>
          </p:nvSpPr>
          <p:spPr>
            <a:xfrm>
              <a:off x="3660607" y="1384233"/>
              <a:ext cx="4523684" cy="4394334"/>
            </a:xfrm>
            <a:prstGeom prst="arc">
              <a:avLst>
                <a:gd name="adj1" fmla="val 16200000"/>
                <a:gd name="adj2" fmla="val 15620405"/>
              </a:avLst>
            </a:prstGeom>
            <a:ln>
              <a:solidFill>
                <a:srgbClr val="FF7B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0D15F56D-0DE5-44E7-A576-15098E79606A}"/>
              </a:ext>
            </a:extLst>
          </p:cNvPr>
          <p:cNvGrpSpPr/>
          <p:nvPr/>
        </p:nvGrpSpPr>
        <p:grpSpPr>
          <a:xfrm rot="16200000">
            <a:off x="8613906" y="-1127279"/>
            <a:ext cx="4546734" cy="4676084"/>
            <a:chOff x="6283032" y="2219636"/>
            <a:chExt cx="4546734" cy="467608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AF66135F-4D11-444D-AEF0-212F7EE61A47}"/>
                </a:ext>
              </a:extLst>
            </p:cNvPr>
            <p:cNvSpPr/>
            <p:nvPr/>
          </p:nvSpPr>
          <p:spPr>
            <a:xfrm rot="8069694">
              <a:off x="6218357" y="2284311"/>
              <a:ext cx="4523684" cy="4394334"/>
            </a:xfrm>
            <a:prstGeom prst="arc">
              <a:avLst>
                <a:gd name="adj1" fmla="val 16200000"/>
                <a:gd name="adj2" fmla="val 15620405"/>
              </a:avLst>
            </a:prstGeom>
            <a:ln>
              <a:solidFill>
                <a:srgbClr val="FF7B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58B1DF56-5543-4BC5-84C6-E2E8B8DFBF5D}"/>
                </a:ext>
              </a:extLst>
            </p:cNvPr>
            <p:cNvSpPr/>
            <p:nvPr/>
          </p:nvSpPr>
          <p:spPr>
            <a:xfrm rot="8069694">
              <a:off x="6370757" y="2436711"/>
              <a:ext cx="4523684" cy="4394334"/>
            </a:xfrm>
            <a:prstGeom prst="arc">
              <a:avLst>
                <a:gd name="adj1" fmla="val 16200000"/>
                <a:gd name="adj2" fmla="val 15620405"/>
              </a:avLst>
            </a:prstGeom>
            <a:ln>
              <a:solidFill>
                <a:srgbClr val="FF7B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D4B02146-F2DC-4A90-8B48-C2BAD8E27550}"/>
              </a:ext>
            </a:extLst>
          </p:cNvPr>
          <p:cNvGrpSpPr/>
          <p:nvPr/>
        </p:nvGrpSpPr>
        <p:grpSpPr>
          <a:xfrm rot="21041539">
            <a:off x="747875" y="625554"/>
            <a:ext cx="5753313" cy="3034233"/>
            <a:chOff x="1077972" y="833503"/>
            <a:chExt cx="5753313" cy="3034233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70320EFC-20EC-4826-9DEF-CBE448AACB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97" t="11742" r="2895" b="1731"/>
            <a:stretch/>
          </p:blipFill>
          <p:spPr>
            <a:xfrm>
              <a:off x="1171388" y="914400"/>
              <a:ext cx="5550688" cy="2872440"/>
            </a:xfrm>
            <a:prstGeom prst="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</p:pic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45AFD600-52BB-449D-8EF5-0186C0757A6F}"/>
                </a:ext>
              </a:extLst>
            </p:cNvPr>
            <p:cNvSpPr/>
            <p:nvPr/>
          </p:nvSpPr>
          <p:spPr>
            <a:xfrm>
              <a:off x="5953956" y="833503"/>
              <a:ext cx="877329" cy="1173892"/>
            </a:xfrm>
            <a:custGeom>
              <a:avLst/>
              <a:gdLst>
                <a:gd name="connsiteX0" fmla="*/ 0 w 3249827"/>
                <a:gd name="connsiteY0" fmla="*/ 0 h 2872440"/>
                <a:gd name="connsiteX1" fmla="*/ 3249827 w 3249827"/>
                <a:gd name="connsiteY1" fmla="*/ 0 h 2872440"/>
                <a:gd name="connsiteX2" fmla="*/ 3249827 w 3249827"/>
                <a:gd name="connsiteY2" fmla="*/ 2872440 h 2872440"/>
                <a:gd name="connsiteX3" fmla="*/ 2883243 w 3249827"/>
                <a:gd name="connsiteY3" fmla="*/ 2872440 h 2872440"/>
                <a:gd name="connsiteX4" fmla="*/ 2883243 w 3249827"/>
                <a:gd name="connsiteY4" fmla="*/ 233277 h 2872440"/>
                <a:gd name="connsiteX5" fmla="*/ 0 w 3249827"/>
                <a:gd name="connsiteY5" fmla="*/ 233277 h 2872440"/>
                <a:gd name="connsiteX6" fmla="*/ 0 w 3249827"/>
                <a:gd name="connsiteY6" fmla="*/ 0 h 28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49827" h="2872440">
                  <a:moveTo>
                    <a:pt x="0" y="0"/>
                  </a:moveTo>
                  <a:lnTo>
                    <a:pt x="3249827" y="0"/>
                  </a:lnTo>
                  <a:lnTo>
                    <a:pt x="3249827" y="2872440"/>
                  </a:lnTo>
                  <a:lnTo>
                    <a:pt x="2883243" y="2872440"/>
                  </a:lnTo>
                  <a:lnTo>
                    <a:pt x="2883243" y="233277"/>
                  </a:lnTo>
                  <a:lnTo>
                    <a:pt x="0" y="2332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B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FBC59523-5E22-48A0-A185-2EAE61DC0FAD}"/>
                </a:ext>
              </a:extLst>
            </p:cNvPr>
            <p:cNvSpPr/>
            <p:nvPr/>
          </p:nvSpPr>
          <p:spPr>
            <a:xfrm rot="10800000">
              <a:off x="1077972" y="2693844"/>
              <a:ext cx="877329" cy="1173892"/>
            </a:xfrm>
            <a:custGeom>
              <a:avLst/>
              <a:gdLst>
                <a:gd name="connsiteX0" fmla="*/ 0 w 3249827"/>
                <a:gd name="connsiteY0" fmla="*/ 0 h 2872440"/>
                <a:gd name="connsiteX1" fmla="*/ 3249827 w 3249827"/>
                <a:gd name="connsiteY1" fmla="*/ 0 h 2872440"/>
                <a:gd name="connsiteX2" fmla="*/ 3249827 w 3249827"/>
                <a:gd name="connsiteY2" fmla="*/ 2872440 h 2872440"/>
                <a:gd name="connsiteX3" fmla="*/ 2883243 w 3249827"/>
                <a:gd name="connsiteY3" fmla="*/ 2872440 h 2872440"/>
                <a:gd name="connsiteX4" fmla="*/ 2883243 w 3249827"/>
                <a:gd name="connsiteY4" fmla="*/ 233277 h 2872440"/>
                <a:gd name="connsiteX5" fmla="*/ 0 w 3249827"/>
                <a:gd name="connsiteY5" fmla="*/ 233277 h 2872440"/>
                <a:gd name="connsiteX6" fmla="*/ 0 w 3249827"/>
                <a:gd name="connsiteY6" fmla="*/ 0 h 28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49827" h="2872440">
                  <a:moveTo>
                    <a:pt x="0" y="0"/>
                  </a:moveTo>
                  <a:lnTo>
                    <a:pt x="3249827" y="0"/>
                  </a:lnTo>
                  <a:lnTo>
                    <a:pt x="3249827" y="2872440"/>
                  </a:lnTo>
                  <a:lnTo>
                    <a:pt x="2883243" y="2872440"/>
                  </a:lnTo>
                  <a:lnTo>
                    <a:pt x="2883243" y="233277"/>
                  </a:lnTo>
                  <a:lnTo>
                    <a:pt x="0" y="2332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B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/>
            </a:p>
          </p:txBody>
        </p: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37D04A47-34EE-4377-8AA1-75D28CC3AA72}"/>
              </a:ext>
            </a:extLst>
          </p:cNvPr>
          <p:cNvGrpSpPr/>
          <p:nvPr/>
        </p:nvGrpSpPr>
        <p:grpSpPr>
          <a:xfrm>
            <a:off x="5352163" y="3144077"/>
            <a:ext cx="5535110" cy="3017764"/>
            <a:chOff x="5501978" y="3190112"/>
            <a:chExt cx="5535110" cy="3017764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pic>
          <p:nvPicPr>
            <p:cNvPr id="18" name="Image 17">
              <a:extLst>
                <a:ext uri="{FF2B5EF4-FFF2-40B4-BE49-F238E27FC236}">
                  <a16:creationId xmlns:a16="http://schemas.microsoft.com/office/drawing/2014/main" id="{B71B79A3-9203-4276-9F40-DDD939F399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31" t="12134" r="2274" b="1795"/>
            <a:stretch/>
          </p:blipFill>
          <p:spPr>
            <a:xfrm>
              <a:off x="5601860" y="3249706"/>
              <a:ext cx="5335345" cy="2843552"/>
            </a:xfrm>
            <a:prstGeom prst="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</p:pic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D68B1A99-544B-4D6C-BA70-4CDA9CED5691}"/>
                </a:ext>
              </a:extLst>
            </p:cNvPr>
            <p:cNvSpPr/>
            <p:nvPr/>
          </p:nvSpPr>
          <p:spPr>
            <a:xfrm rot="5400000">
              <a:off x="10011477" y="5182266"/>
              <a:ext cx="877329" cy="1173892"/>
            </a:xfrm>
            <a:custGeom>
              <a:avLst/>
              <a:gdLst>
                <a:gd name="connsiteX0" fmla="*/ 0 w 3249827"/>
                <a:gd name="connsiteY0" fmla="*/ 0 h 2872440"/>
                <a:gd name="connsiteX1" fmla="*/ 3249827 w 3249827"/>
                <a:gd name="connsiteY1" fmla="*/ 0 h 2872440"/>
                <a:gd name="connsiteX2" fmla="*/ 3249827 w 3249827"/>
                <a:gd name="connsiteY2" fmla="*/ 2872440 h 2872440"/>
                <a:gd name="connsiteX3" fmla="*/ 2883243 w 3249827"/>
                <a:gd name="connsiteY3" fmla="*/ 2872440 h 2872440"/>
                <a:gd name="connsiteX4" fmla="*/ 2883243 w 3249827"/>
                <a:gd name="connsiteY4" fmla="*/ 233277 h 2872440"/>
                <a:gd name="connsiteX5" fmla="*/ 0 w 3249827"/>
                <a:gd name="connsiteY5" fmla="*/ 233277 h 2872440"/>
                <a:gd name="connsiteX6" fmla="*/ 0 w 3249827"/>
                <a:gd name="connsiteY6" fmla="*/ 0 h 28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49827" h="2872440">
                  <a:moveTo>
                    <a:pt x="0" y="0"/>
                  </a:moveTo>
                  <a:lnTo>
                    <a:pt x="3249827" y="0"/>
                  </a:lnTo>
                  <a:lnTo>
                    <a:pt x="3249827" y="2872440"/>
                  </a:lnTo>
                  <a:lnTo>
                    <a:pt x="2883243" y="2872440"/>
                  </a:lnTo>
                  <a:lnTo>
                    <a:pt x="2883243" y="233277"/>
                  </a:lnTo>
                  <a:lnTo>
                    <a:pt x="0" y="2332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B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AC17DD6B-F119-40D0-8F2A-0FC482B438DD}"/>
                </a:ext>
              </a:extLst>
            </p:cNvPr>
            <p:cNvSpPr/>
            <p:nvPr/>
          </p:nvSpPr>
          <p:spPr>
            <a:xfrm rot="16200000">
              <a:off x="5650259" y="3041831"/>
              <a:ext cx="877329" cy="1173892"/>
            </a:xfrm>
            <a:custGeom>
              <a:avLst/>
              <a:gdLst>
                <a:gd name="connsiteX0" fmla="*/ 0 w 3249827"/>
                <a:gd name="connsiteY0" fmla="*/ 0 h 2872440"/>
                <a:gd name="connsiteX1" fmla="*/ 3249827 w 3249827"/>
                <a:gd name="connsiteY1" fmla="*/ 0 h 2872440"/>
                <a:gd name="connsiteX2" fmla="*/ 3249827 w 3249827"/>
                <a:gd name="connsiteY2" fmla="*/ 2872440 h 2872440"/>
                <a:gd name="connsiteX3" fmla="*/ 2883243 w 3249827"/>
                <a:gd name="connsiteY3" fmla="*/ 2872440 h 2872440"/>
                <a:gd name="connsiteX4" fmla="*/ 2883243 w 3249827"/>
                <a:gd name="connsiteY4" fmla="*/ 233277 h 2872440"/>
                <a:gd name="connsiteX5" fmla="*/ 0 w 3249827"/>
                <a:gd name="connsiteY5" fmla="*/ 233277 h 2872440"/>
                <a:gd name="connsiteX6" fmla="*/ 0 w 3249827"/>
                <a:gd name="connsiteY6" fmla="*/ 0 h 287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49827" h="2872440">
                  <a:moveTo>
                    <a:pt x="0" y="0"/>
                  </a:moveTo>
                  <a:lnTo>
                    <a:pt x="3249827" y="0"/>
                  </a:lnTo>
                  <a:lnTo>
                    <a:pt x="3249827" y="2872440"/>
                  </a:lnTo>
                  <a:lnTo>
                    <a:pt x="2883243" y="2872440"/>
                  </a:lnTo>
                  <a:lnTo>
                    <a:pt x="2883243" y="233277"/>
                  </a:lnTo>
                  <a:lnTo>
                    <a:pt x="0" y="2332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B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3054775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ZoneTexte 80">
            <a:extLst>
              <a:ext uri="{FF2B5EF4-FFF2-40B4-BE49-F238E27FC236}">
                <a16:creationId xmlns:a16="http://schemas.microsoft.com/office/drawing/2014/main" id="{6BD98DBE-62F6-4BC8-A13A-6AD6B90AD0EF}"/>
              </a:ext>
            </a:extLst>
          </p:cNvPr>
          <p:cNvSpPr txBox="1"/>
          <p:nvPr/>
        </p:nvSpPr>
        <p:spPr>
          <a:xfrm>
            <a:off x="9686879" y="3873580"/>
            <a:ext cx="56917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ED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DC332700-ED3F-4335-AC89-43E94E811941}"/>
              </a:ext>
            </a:extLst>
          </p:cNvPr>
          <p:cNvSpPr txBox="1"/>
          <p:nvPr/>
        </p:nvSpPr>
        <p:spPr>
          <a:xfrm>
            <a:off x="6442288" y="3867686"/>
            <a:ext cx="56917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ED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9C61085C-1AAC-4BE7-A075-618DED065A31}"/>
              </a:ext>
            </a:extLst>
          </p:cNvPr>
          <p:cNvSpPr txBox="1"/>
          <p:nvPr/>
        </p:nvSpPr>
        <p:spPr>
          <a:xfrm>
            <a:off x="3100551" y="3870637"/>
            <a:ext cx="56917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ED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AE7338D2-1F7E-4F1C-85EA-E59DE5C8504E}"/>
              </a:ext>
            </a:extLst>
          </p:cNvPr>
          <p:cNvSpPr txBox="1"/>
          <p:nvPr/>
        </p:nvSpPr>
        <p:spPr>
          <a:xfrm>
            <a:off x="9637450" y="1543887"/>
            <a:ext cx="56917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ED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81A0491A-D0BF-4627-8063-9A0AD66AE057}"/>
              </a:ext>
            </a:extLst>
          </p:cNvPr>
          <p:cNvSpPr txBox="1"/>
          <p:nvPr/>
        </p:nvSpPr>
        <p:spPr>
          <a:xfrm>
            <a:off x="6359533" y="1542396"/>
            <a:ext cx="56917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ED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3A279205-3B3A-4045-9461-2BE262508F1B}"/>
              </a:ext>
            </a:extLst>
          </p:cNvPr>
          <p:cNvSpPr txBox="1"/>
          <p:nvPr/>
        </p:nvSpPr>
        <p:spPr>
          <a:xfrm>
            <a:off x="3034197" y="1533044"/>
            <a:ext cx="56917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ED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grpSp>
        <p:nvGrpSpPr>
          <p:cNvPr id="93" name="Groupe 92">
            <a:extLst>
              <a:ext uri="{FF2B5EF4-FFF2-40B4-BE49-F238E27FC236}">
                <a16:creationId xmlns:a16="http://schemas.microsoft.com/office/drawing/2014/main" id="{6E38F3B1-BD49-43D6-B879-FF46BD0C259D}"/>
              </a:ext>
            </a:extLst>
          </p:cNvPr>
          <p:cNvGrpSpPr/>
          <p:nvPr/>
        </p:nvGrpSpPr>
        <p:grpSpPr>
          <a:xfrm rot="16200000">
            <a:off x="7014151" y="111941"/>
            <a:ext cx="4546734" cy="4676084"/>
            <a:chOff x="6283032" y="2219636"/>
            <a:chExt cx="4546734" cy="467608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4" name="Arc 93">
              <a:extLst>
                <a:ext uri="{FF2B5EF4-FFF2-40B4-BE49-F238E27FC236}">
                  <a16:creationId xmlns:a16="http://schemas.microsoft.com/office/drawing/2014/main" id="{77E57CDD-9E6A-4DB8-9AFC-01874E6EF3AC}"/>
                </a:ext>
              </a:extLst>
            </p:cNvPr>
            <p:cNvSpPr/>
            <p:nvPr/>
          </p:nvSpPr>
          <p:spPr>
            <a:xfrm rot="8069694">
              <a:off x="6218357" y="2284311"/>
              <a:ext cx="4523684" cy="4394334"/>
            </a:xfrm>
            <a:prstGeom prst="arc">
              <a:avLst>
                <a:gd name="adj1" fmla="val 16200000"/>
                <a:gd name="adj2" fmla="val 15620405"/>
              </a:avLst>
            </a:prstGeom>
            <a:ln>
              <a:solidFill>
                <a:schemeClr val="accent2">
                  <a:lumMod val="60000"/>
                  <a:lumOff val="40000"/>
                  <a:alpha val="21176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95" name="Arc 94">
              <a:extLst>
                <a:ext uri="{FF2B5EF4-FFF2-40B4-BE49-F238E27FC236}">
                  <a16:creationId xmlns:a16="http://schemas.microsoft.com/office/drawing/2014/main" id="{03353EC6-B6BC-49D4-A4CC-F63BD8AD030A}"/>
                </a:ext>
              </a:extLst>
            </p:cNvPr>
            <p:cNvSpPr/>
            <p:nvPr/>
          </p:nvSpPr>
          <p:spPr>
            <a:xfrm rot="8069694">
              <a:off x="6370757" y="2436711"/>
              <a:ext cx="4523684" cy="4394334"/>
            </a:xfrm>
            <a:prstGeom prst="arc">
              <a:avLst>
                <a:gd name="adj1" fmla="val 16200000"/>
                <a:gd name="adj2" fmla="val 15620405"/>
              </a:avLst>
            </a:prstGeom>
            <a:ln>
              <a:solidFill>
                <a:schemeClr val="accent2">
                  <a:lumMod val="60000"/>
                  <a:lumOff val="40000"/>
                  <a:alpha val="21176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87" name="Groupe 86">
            <a:extLst>
              <a:ext uri="{FF2B5EF4-FFF2-40B4-BE49-F238E27FC236}">
                <a16:creationId xmlns:a16="http://schemas.microsoft.com/office/drawing/2014/main" id="{F39FA484-94AD-466C-BF60-A7364F124B97}"/>
              </a:ext>
            </a:extLst>
          </p:cNvPr>
          <p:cNvGrpSpPr/>
          <p:nvPr/>
        </p:nvGrpSpPr>
        <p:grpSpPr>
          <a:xfrm rot="14579468">
            <a:off x="445510" y="1655758"/>
            <a:ext cx="4546734" cy="4676084"/>
            <a:chOff x="6283032" y="2219636"/>
            <a:chExt cx="4546734" cy="467608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8" name="Arc 87">
              <a:extLst>
                <a:ext uri="{FF2B5EF4-FFF2-40B4-BE49-F238E27FC236}">
                  <a16:creationId xmlns:a16="http://schemas.microsoft.com/office/drawing/2014/main" id="{6E717ED8-93D8-4B72-9556-29E1C0DDC482}"/>
                </a:ext>
              </a:extLst>
            </p:cNvPr>
            <p:cNvSpPr/>
            <p:nvPr/>
          </p:nvSpPr>
          <p:spPr>
            <a:xfrm rot="8069694">
              <a:off x="6218357" y="2284311"/>
              <a:ext cx="4523684" cy="4394334"/>
            </a:xfrm>
            <a:prstGeom prst="arc">
              <a:avLst>
                <a:gd name="adj1" fmla="val 16200000"/>
                <a:gd name="adj2" fmla="val 15620405"/>
              </a:avLst>
            </a:prstGeom>
            <a:ln>
              <a:solidFill>
                <a:srgbClr val="ED7D31">
                  <a:alpha val="21176"/>
                </a:srgb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89" name="Arc 88">
              <a:extLst>
                <a:ext uri="{FF2B5EF4-FFF2-40B4-BE49-F238E27FC236}">
                  <a16:creationId xmlns:a16="http://schemas.microsoft.com/office/drawing/2014/main" id="{7CABCA4E-0515-4FDF-A96D-7BE89D60D117}"/>
                </a:ext>
              </a:extLst>
            </p:cNvPr>
            <p:cNvSpPr/>
            <p:nvPr/>
          </p:nvSpPr>
          <p:spPr>
            <a:xfrm rot="8069694">
              <a:off x="6370757" y="2436711"/>
              <a:ext cx="4523684" cy="4394334"/>
            </a:xfrm>
            <a:prstGeom prst="arc">
              <a:avLst>
                <a:gd name="adj1" fmla="val 16200000"/>
                <a:gd name="adj2" fmla="val 15620405"/>
              </a:avLst>
            </a:prstGeom>
            <a:ln>
              <a:solidFill>
                <a:srgbClr val="ED7D31">
                  <a:alpha val="21176"/>
                </a:srgb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39443278-B0AA-4265-8C86-108915BD410B}"/>
              </a:ext>
            </a:extLst>
          </p:cNvPr>
          <p:cNvSpPr/>
          <p:nvPr/>
        </p:nvSpPr>
        <p:spPr>
          <a:xfrm>
            <a:off x="2554550" y="2449984"/>
            <a:ext cx="7082900" cy="2706135"/>
          </a:xfrm>
          <a:prstGeom prst="rect">
            <a:avLst/>
          </a:prstGeom>
          <a:noFill/>
          <a:ln>
            <a:solidFill>
              <a:srgbClr val="FF7B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0AE6E36E-9706-44C3-8CE6-1E2FE1284C7A}"/>
              </a:ext>
            </a:extLst>
          </p:cNvPr>
          <p:cNvGrpSpPr/>
          <p:nvPr/>
        </p:nvGrpSpPr>
        <p:grpSpPr>
          <a:xfrm>
            <a:off x="3863971" y="-1362786"/>
            <a:ext cx="4464058" cy="1135965"/>
            <a:chOff x="6218812" y="1834813"/>
            <a:chExt cx="4464058" cy="1135965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3" name="Forme libre : forme 2">
              <a:extLst>
                <a:ext uri="{FF2B5EF4-FFF2-40B4-BE49-F238E27FC236}">
                  <a16:creationId xmlns:a16="http://schemas.microsoft.com/office/drawing/2014/main" id="{14858898-5B03-439D-85D7-0E9EF935E538}"/>
                </a:ext>
              </a:extLst>
            </p:cNvPr>
            <p:cNvSpPr/>
            <p:nvPr/>
          </p:nvSpPr>
          <p:spPr>
            <a:xfrm>
              <a:off x="9275718" y="1834813"/>
              <a:ext cx="1300969" cy="1135965"/>
            </a:xfrm>
            <a:custGeom>
              <a:avLst/>
              <a:gdLst>
                <a:gd name="connsiteX0" fmla="*/ 344365 w 3790950"/>
                <a:gd name="connsiteY0" fmla="*/ 0 h 3601327"/>
                <a:gd name="connsiteX1" fmla="*/ 2890618 w 3790950"/>
                <a:gd name="connsiteY1" fmla="*/ 0 h 3601327"/>
                <a:gd name="connsiteX2" fmla="*/ 3790950 w 3790950"/>
                <a:gd name="connsiteY2" fmla="*/ 1800664 h 3601327"/>
                <a:gd name="connsiteX3" fmla="*/ 2890618 w 3790950"/>
                <a:gd name="connsiteY3" fmla="*/ 3601327 h 3601327"/>
                <a:gd name="connsiteX4" fmla="*/ 344365 w 3790950"/>
                <a:gd name="connsiteY4" fmla="*/ 3601327 h 3601327"/>
                <a:gd name="connsiteX5" fmla="*/ 0 w 3790950"/>
                <a:gd name="connsiteY5" fmla="*/ 2912596 h 3601327"/>
                <a:gd name="connsiteX6" fmla="*/ 2390922 w 3790950"/>
                <a:gd name="connsiteY6" fmla="*/ 2912596 h 3601327"/>
                <a:gd name="connsiteX7" fmla="*/ 2946889 w 3790950"/>
                <a:gd name="connsiteY7" fmla="*/ 1800663 h 3601327"/>
                <a:gd name="connsiteX8" fmla="*/ 2390922 w 3790950"/>
                <a:gd name="connsiteY8" fmla="*/ 688730 h 3601327"/>
                <a:gd name="connsiteX9" fmla="*/ 0 w 3790950"/>
                <a:gd name="connsiteY9" fmla="*/ 688730 h 3601327"/>
                <a:gd name="connsiteX10" fmla="*/ 344365 w 3790950"/>
                <a:gd name="connsiteY10" fmla="*/ 0 h 360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90950" h="3601327">
                  <a:moveTo>
                    <a:pt x="344365" y="0"/>
                  </a:moveTo>
                  <a:lnTo>
                    <a:pt x="2890618" y="0"/>
                  </a:lnTo>
                  <a:lnTo>
                    <a:pt x="3790950" y="1800664"/>
                  </a:lnTo>
                  <a:lnTo>
                    <a:pt x="2890618" y="3601327"/>
                  </a:lnTo>
                  <a:lnTo>
                    <a:pt x="344365" y="3601327"/>
                  </a:lnTo>
                  <a:lnTo>
                    <a:pt x="0" y="2912596"/>
                  </a:lnTo>
                  <a:lnTo>
                    <a:pt x="2390922" y="2912596"/>
                  </a:lnTo>
                  <a:lnTo>
                    <a:pt x="2946889" y="1800663"/>
                  </a:lnTo>
                  <a:lnTo>
                    <a:pt x="2390922" y="688730"/>
                  </a:lnTo>
                  <a:lnTo>
                    <a:pt x="0" y="688730"/>
                  </a:lnTo>
                  <a:lnTo>
                    <a:pt x="344365" y="0"/>
                  </a:lnTo>
                  <a:close/>
                </a:path>
              </a:pathLst>
            </a:custGeom>
            <a:solidFill>
              <a:srgbClr val="FF7B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4" name="Hexagone 3">
              <a:extLst>
                <a:ext uri="{FF2B5EF4-FFF2-40B4-BE49-F238E27FC236}">
                  <a16:creationId xmlns:a16="http://schemas.microsoft.com/office/drawing/2014/main" id="{D64F23F3-7F8D-4DFB-96E3-27BC66D09E6A}"/>
                </a:ext>
              </a:extLst>
            </p:cNvPr>
            <p:cNvSpPr/>
            <p:nvPr/>
          </p:nvSpPr>
          <p:spPr>
            <a:xfrm>
              <a:off x="6495041" y="2053883"/>
              <a:ext cx="3833331" cy="719146"/>
            </a:xfrm>
            <a:prstGeom prst="hexagon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FBD33F99-DF45-4C3A-9477-AC50E7FFAC35}"/>
                </a:ext>
              </a:extLst>
            </p:cNvPr>
            <p:cNvSpPr txBox="1"/>
            <p:nvPr/>
          </p:nvSpPr>
          <p:spPr>
            <a:xfrm>
              <a:off x="6218812" y="2123909"/>
              <a:ext cx="4464058" cy="498663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TECHNOLOGIES UTILISÉES</a:t>
              </a:r>
            </a:p>
          </p:txBody>
        </p:sp>
      </p:grp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42AB4C28-497F-4EC8-87FB-7280FAEF49DF}"/>
              </a:ext>
            </a:extLst>
          </p:cNvPr>
          <p:cNvGrpSpPr/>
          <p:nvPr/>
        </p:nvGrpSpPr>
        <p:grpSpPr>
          <a:xfrm>
            <a:off x="8552845" y="1816434"/>
            <a:ext cx="1625262" cy="1686397"/>
            <a:chOff x="8552845" y="2026503"/>
            <a:chExt cx="1625262" cy="1686397"/>
          </a:xfrm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</p:grpSpPr>
        <p:grpSp>
          <p:nvGrpSpPr>
            <p:cNvPr id="27" name="Groupe 26">
              <a:extLst>
                <a:ext uri="{FF2B5EF4-FFF2-40B4-BE49-F238E27FC236}">
                  <a16:creationId xmlns:a16="http://schemas.microsoft.com/office/drawing/2014/main" id="{3C34AFCA-DF3E-477E-BC88-F6807ABB50D4}"/>
                </a:ext>
              </a:extLst>
            </p:cNvPr>
            <p:cNvGrpSpPr/>
            <p:nvPr/>
          </p:nvGrpSpPr>
          <p:grpSpPr>
            <a:xfrm>
              <a:off x="8552845" y="2026503"/>
              <a:ext cx="1625262" cy="1686397"/>
              <a:chOff x="5308181" y="2755556"/>
              <a:chExt cx="1625262" cy="1686397"/>
            </a:xfrm>
          </p:grpSpPr>
          <p:grpSp>
            <p:nvGrpSpPr>
              <p:cNvPr id="28" name="Groupe 27">
                <a:extLst>
                  <a:ext uri="{FF2B5EF4-FFF2-40B4-BE49-F238E27FC236}">
                    <a16:creationId xmlns:a16="http://schemas.microsoft.com/office/drawing/2014/main" id="{971A723F-E750-4275-8D7A-A90E10DF5C4B}"/>
                  </a:ext>
                </a:extLst>
              </p:cNvPr>
              <p:cNvGrpSpPr/>
              <p:nvPr/>
            </p:nvGrpSpPr>
            <p:grpSpPr>
              <a:xfrm>
                <a:off x="5308181" y="2755556"/>
                <a:ext cx="1625262" cy="1686397"/>
                <a:chOff x="1676400" y="2377868"/>
                <a:chExt cx="1701800" cy="2125869"/>
              </a:xfrm>
            </p:grpSpPr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93025A3-B672-4DF9-B4FB-0B4BDA25602D}"/>
                    </a:ext>
                  </a:extLst>
                </p:cNvPr>
                <p:cNvSpPr/>
                <p:nvPr/>
              </p:nvSpPr>
              <p:spPr>
                <a:xfrm>
                  <a:off x="1676400" y="3991487"/>
                  <a:ext cx="1701800" cy="512250"/>
                </a:xfrm>
                <a:prstGeom prst="rect">
                  <a:avLst/>
                </a:prstGeom>
                <a:solidFill>
                  <a:srgbClr val="FF7B00"/>
                </a:solidFill>
                <a:ln>
                  <a:noFill/>
                </a:ln>
                <a:effectLst>
                  <a:outerShdw blurRad="57785" dist="33020" dir="3180000" algn="ctr">
                    <a:srgbClr val="000000">
                      <a:alpha val="30000"/>
                    </a:srgbClr>
                  </a:outerShdw>
                </a:effectLst>
                <a:sp3d prstMaterial="metal">
                  <a:bevelT w="38100" h="57150" prst="angle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EA92DE6E-7A36-4E07-AE64-579052FAC00E}"/>
                    </a:ext>
                  </a:extLst>
                </p:cNvPr>
                <p:cNvSpPr/>
                <p:nvPr/>
              </p:nvSpPr>
              <p:spPr>
                <a:xfrm>
                  <a:off x="1758987" y="2377868"/>
                  <a:ext cx="1536625" cy="202923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7785" dist="33020" dir="3180000" algn="ctr">
                    <a:srgbClr val="000000">
                      <a:alpha val="30000"/>
                    </a:srgbClr>
                  </a:outerShdw>
                </a:effectLst>
                <a:sp3d prstMaterial="metal">
                  <a:bevelT w="38100" h="57150" prst="angle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9" name="ZoneTexte 28">
                <a:extLst>
                  <a:ext uri="{FF2B5EF4-FFF2-40B4-BE49-F238E27FC236}">
                    <a16:creationId xmlns:a16="http://schemas.microsoft.com/office/drawing/2014/main" id="{C2C0621F-86F7-47CE-A38A-E6353E96F9D5}"/>
                  </a:ext>
                </a:extLst>
              </p:cNvPr>
              <p:cNvSpPr txBox="1"/>
              <p:nvPr/>
            </p:nvSpPr>
            <p:spPr>
              <a:xfrm>
                <a:off x="5387054" y="3544254"/>
                <a:ext cx="1467516" cy="70788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ES6+</a:t>
                </a:r>
              </a:p>
              <a:p>
                <a:pPr algn="ctr"/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Vanilla</a:t>
                </a:r>
              </a:p>
            </p:txBody>
          </p:sp>
        </p:grpSp>
        <p:pic>
          <p:nvPicPr>
            <p:cNvPr id="54" name="Image 53">
              <a:extLst>
                <a:ext uri="{FF2B5EF4-FFF2-40B4-BE49-F238E27FC236}">
                  <a16:creationId xmlns:a16="http://schemas.microsoft.com/office/drawing/2014/main" id="{0B44B3DF-8561-4101-835B-078D984CB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59612" y="2143224"/>
              <a:ext cx="1161823" cy="698802"/>
            </a:xfrm>
            <a:prstGeom prst="rect">
              <a:avLst/>
            </a:prstGeom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</p:pic>
      </p:grpSp>
      <p:grpSp>
        <p:nvGrpSpPr>
          <p:cNvPr id="68" name="Groupe 67">
            <a:extLst>
              <a:ext uri="{FF2B5EF4-FFF2-40B4-BE49-F238E27FC236}">
                <a16:creationId xmlns:a16="http://schemas.microsoft.com/office/drawing/2014/main" id="{0C04A671-BC44-4236-AD69-A5490D461174}"/>
              </a:ext>
            </a:extLst>
          </p:cNvPr>
          <p:cNvGrpSpPr/>
          <p:nvPr/>
        </p:nvGrpSpPr>
        <p:grpSpPr>
          <a:xfrm>
            <a:off x="2083903" y="1701474"/>
            <a:ext cx="1625264" cy="1801357"/>
            <a:chOff x="2083903" y="1911543"/>
            <a:chExt cx="1625264" cy="1801357"/>
          </a:xfrm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</p:grpSpPr>
        <p:grpSp>
          <p:nvGrpSpPr>
            <p:cNvPr id="24" name="Groupe 23">
              <a:extLst>
                <a:ext uri="{FF2B5EF4-FFF2-40B4-BE49-F238E27FC236}">
                  <a16:creationId xmlns:a16="http://schemas.microsoft.com/office/drawing/2014/main" id="{FCE82667-EFE7-4687-A368-0CF88309FB39}"/>
                </a:ext>
              </a:extLst>
            </p:cNvPr>
            <p:cNvGrpSpPr/>
            <p:nvPr/>
          </p:nvGrpSpPr>
          <p:grpSpPr>
            <a:xfrm>
              <a:off x="2083905" y="2026502"/>
              <a:ext cx="1625262" cy="1686398"/>
              <a:chOff x="1995268" y="2879123"/>
              <a:chExt cx="1701800" cy="1797609"/>
            </a:xfrm>
          </p:grpSpPr>
          <p:grpSp>
            <p:nvGrpSpPr>
              <p:cNvPr id="12" name="Groupe 11">
                <a:extLst>
                  <a:ext uri="{FF2B5EF4-FFF2-40B4-BE49-F238E27FC236}">
                    <a16:creationId xmlns:a16="http://schemas.microsoft.com/office/drawing/2014/main" id="{808C2189-0B3B-4A31-BC4D-9EEDCB4E33E4}"/>
                  </a:ext>
                </a:extLst>
              </p:cNvPr>
              <p:cNvGrpSpPr/>
              <p:nvPr/>
            </p:nvGrpSpPr>
            <p:grpSpPr>
              <a:xfrm>
                <a:off x="1995268" y="2879123"/>
                <a:ext cx="1701800" cy="1797609"/>
                <a:chOff x="1676400" y="2377867"/>
                <a:chExt cx="1701800" cy="2125870"/>
              </a:xfrm>
            </p:grpSpPr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419DC188-F082-4BBE-B6AA-C50CD6EDC075}"/>
                    </a:ext>
                  </a:extLst>
                </p:cNvPr>
                <p:cNvSpPr/>
                <p:nvPr/>
              </p:nvSpPr>
              <p:spPr>
                <a:xfrm>
                  <a:off x="1676400" y="3991487"/>
                  <a:ext cx="1701800" cy="512250"/>
                </a:xfrm>
                <a:prstGeom prst="rect">
                  <a:avLst/>
                </a:prstGeom>
                <a:solidFill>
                  <a:srgbClr val="FF7B00"/>
                </a:solidFill>
                <a:ln>
                  <a:noFill/>
                </a:ln>
                <a:effectLst>
                  <a:outerShdw blurRad="57785" dist="33020" dir="3180000" algn="ctr">
                    <a:srgbClr val="000000">
                      <a:alpha val="30000"/>
                    </a:srgbClr>
                  </a:outerShdw>
                </a:effectLst>
                <a:sp3d prstMaterial="metal">
                  <a:bevelT w="38100" h="57150" prst="angle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D7C69788-FF02-4147-AB2A-06FF660424D1}"/>
                    </a:ext>
                  </a:extLst>
                </p:cNvPr>
                <p:cNvSpPr/>
                <p:nvPr/>
              </p:nvSpPr>
              <p:spPr>
                <a:xfrm>
                  <a:off x="1758987" y="2377867"/>
                  <a:ext cx="1536625" cy="202923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7785" dist="33020" dir="3180000" algn="ctr">
                    <a:srgbClr val="000000">
                      <a:alpha val="30000"/>
                    </a:srgbClr>
                  </a:outerShdw>
                </a:effectLst>
                <a:sp3d prstMaterial="metal">
                  <a:bevelT w="38100" h="57150" prst="angle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D5FB9A55-8BB0-4766-B4EB-84E904900213}"/>
                  </a:ext>
                </a:extLst>
              </p:cNvPr>
              <p:cNvSpPr txBox="1"/>
              <p:nvPr/>
            </p:nvSpPr>
            <p:spPr>
              <a:xfrm>
                <a:off x="2077853" y="3642731"/>
                <a:ext cx="1536625" cy="754568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Sémantique</a:t>
                </a:r>
                <a:endPara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Accessible</a:t>
                </a:r>
              </a:p>
            </p:txBody>
          </p:sp>
        </p:grpSp>
        <p:pic>
          <p:nvPicPr>
            <p:cNvPr id="56" name="Image 55">
              <a:extLst>
                <a:ext uri="{FF2B5EF4-FFF2-40B4-BE49-F238E27FC236}">
                  <a16:creationId xmlns:a16="http://schemas.microsoft.com/office/drawing/2014/main" id="{DB10F8BD-2060-4DEC-950C-3A5B29A7BA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3903" y="1911543"/>
              <a:ext cx="1036819" cy="1036819"/>
            </a:xfrm>
            <a:prstGeom prst="rect">
              <a:avLst/>
            </a:prstGeom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</p:pic>
      </p:grpSp>
      <p:grpSp>
        <p:nvGrpSpPr>
          <p:cNvPr id="69" name="Groupe 68">
            <a:extLst>
              <a:ext uri="{FF2B5EF4-FFF2-40B4-BE49-F238E27FC236}">
                <a16:creationId xmlns:a16="http://schemas.microsoft.com/office/drawing/2014/main" id="{1DA233B6-58CD-4C1F-ADAC-C7348DFAC9E7}"/>
              </a:ext>
            </a:extLst>
          </p:cNvPr>
          <p:cNvGrpSpPr/>
          <p:nvPr/>
        </p:nvGrpSpPr>
        <p:grpSpPr>
          <a:xfrm>
            <a:off x="5382322" y="1816434"/>
            <a:ext cx="1625262" cy="1686397"/>
            <a:chOff x="5382322" y="2026503"/>
            <a:chExt cx="1625262" cy="1686397"/>
          </a:xfrm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</p:grpSpPr>
        <p:grpSp>
          <p:nvGrpSpPr>
            <p:cNvPr id="26" name="Groupe 25">
              <a:extLst>
                <a:ext uri="{FF2B5EF4-FFF2-40B4-BE49-F238E27FC236}">
                  <a16:creationId xmlns:a16="http://schemas.microsoft.com/office/drawing/2014/main" id="{B47C0C45-FAEC-4B31-B668-76A03C2A092D}"/>
                </a:ext>
              </a:extLst>
            </p:cNvPr>
            <p:cNvGrpSpPr/>
            <p:nvPr/>
          </p:nvGrpSpPr>
          <p:grpSpPr>
            <a:xfrm>
              <a:off x="5382322" y="2026503"/>
              <a:ext cx="1625262" cy="1686397"/>
              <a:chOff x="5308181" y="2755556"/>
              <a:chExt cx="1625262" cy="1686397"/>
            </a:xfrm>
          </p:grpSpPr>
          <p:grpSp>
            <p:nvGrpSpPr>
              <p:cNvPr id="14" name="Groupe 13">
                <a:extLst>
                  <a:ext uri="{FF2B5EF4-FFF2-40B4-BE49-F238E27FC236}">
                    <a16:creationId xmlns:a16="http://schemas.microsoft.com/office/drawing/2014/main" id="{391D6031-13F8-4C48-BB7D-28546E2D10F3}"/>
                  </a:ext>
                </a:extLst>
              </p:cNvPr>
              <p:cNvGrpSpPr/>
              <p:nvPr/>
            </p:nvGrpSpPr>
            <p:grpSpPr>
              <a:xfrm>
                <a:off x="5308181" y="2755556"/>
                <a:ext cx="1625262" cy="1686397"/>
                <a:chOff x="1676400" y="2377868"/>
                <a:chExt cx="1701800" cy="2125869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F374FB52-9E62-4DFF-8033-58684213C137}"/>
                    </a:ext>
                  </a:extLst>
                </p:cNvPr>
                <p:cNvSpPr/>
                <p:nvPr/>
              </p:nvSpPr>
              <p:spPr>
                <a:xfrm>
                  <a:off x="1676400" y="3991487"/>
                  <a:ext cx="1701800" cy="512250"/>
                </a:xfrm>
                <a:prstGeom prst="rect">
                  <a:avLst/>
                </a:prstGeom>
                <a:solidFill>
                  <a:srgbClr val="FF7B00"/>
                </a:solidFill>
                <a:ln>
                  <a:noFill/>
                </a:ln>
                <a:effectLst>
                  <a:outerShdw blurRad="57785" dist="33020" dir="3180000" algn="ctr">
                    <a:srgbClr val="000000">
                      <a:alpha val="30000"/>
                    </a:srgbClr>
                  </a:outerShdw>
                </a:effectLst>
                <a:sp3d prstMaterial="metal">
                  <a:bevelT w="38100" h="57150" prst="angle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9EFBAD5A-91FC-4093-8086-0EF46B2C506F}"/>
                    </a:ext>
                  </a:extLst>
                </p:cNvPr>
                <p:cNvSpPr/>
                <p:nvPr/>
              </p:nvSpPr>
              <p:spPr>
                <a:xfrm>
                  <a:off x="1758987" y="2377868"/>
                  <a:ext cx="1536625" cy="202923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7785" dist="33020" dir="3180000" algn="ctr">
                    <a:srgbClr val="000000">
                      <a:alpha val="30000"/>
                    </a:srgbClr>
                  </a:outerShdw>
                </a:effectLst>
                <a:sp3d prstMaterial="metal">
                  <a:bevelT w="38100" h="57150" prst="angle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78E1EBC7-80B1-44D9-8C61-05281491CF5C}"/>
                  </a:ext>
                </a:extLst>
              </p:cNvPr>
              <p:cNvSpPr txBox="1"/>
              <p:nvPr/>
            </p:nvSpPr>
            <p:spPr>
              <a:xfrm>
                <a:off x="5379220" y="3521340"/>
                <a:ext cx="1467516" cy="70788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Flexbox</a:t>
                </a:r>
              </a:p>
              <a:p>
                <a:pPr algn="ctr"/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Grid</a:t>
                </a:r>
              </a:p>
            </p:txBody>
          </p:sp>
        </p:grpSp>
        <p:pic>
          <p:nvPicPr>
            <p:cNvPr id="58" name="Image 57">
              <a:extLst>
                <a:ext uri="{FF2B5EF4-FFF2-40B4-BE49-F238E27FC236}">
                  <a16:creationId xmlns:a16="http://schemas.microsoft.com/office/drawing/2014/main" id="{831ECB8F-61A0-47C1-BE74-5A1105D8D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3485" y="2026503"/>
              <a:ext cx="534983" cy="815523"/>
            </a:xfrm>
            <a:prstGeom prst="rect">
              <a:avLst/>
            </a:prstGeom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</p:pic>
      </p:grpSp>
      <p:grpSp>
        <p:nvGrpSpPr>
          <p:cNvPr id="67" name="Groupe 66">
            <a:extLst>
              <a:ext uri="{FF2B5EF4-FFF2-40B4-BE49-F238E27FC236}">
                <a16:creationId xmlns:a16="http://schemas.microsoft.com/office/drawing/2014/main" id="{8CFCDAC7-B6BA-47A6-B7ED-CB23F584F140}"/>
              </a:ext>
            </a:extLst>
          </p:cNvPr>
          <p:cNvGrpSpPr/>
          <p:nvPr/>
        </p:nvGrpSpPr>
        <p:grpSpPr>
          <a:xfrm>
            <a:off x="2083903" y="4142543"/>
            <a:ext cx="1625262" cy="1823053"/>
            <a:chOff x="2083903" y="4352612"/>
            <a:chExt cx="1625262" cy="1823053"/>
          </a:xfrm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</p:grpSpPr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99E78670-3C21-42F0-A922-A45E54166401}"/>
                </a:ext>
              </a:extLst>
            </p:cNvPr>
            <p:cNvGrpSpPr/>
            <p:nvPr/>
          </p:nvGrpSpPr>
          <p:grpSpPr>
            <a:xfrm>
              <a:off x="2083903" y="4352612"/>
              <a:ext cx="1625262" cy="1823053"/>
              <a:chOff x="5308181" y="2755556"/>
              <a:chExt cx="1625262" cy="1823053"/>
            </a:xfrm>
          </p:grpSpPr>
          <p:grpSp>
            <p:nvGrpSpPr>
              <p:cNvPr id="34" name="Groupe 33">
                <a:extLst>
                  <a:ext uri="{FF2B5EF4-FFF2-40B4-BE49-F238E27FC236}">
                    <a16:creationId xmlns:a16="http://schemas.microsoft.com/office/drawing/2014/main" id="{7AEDDFB0-7C8B-411F-B12A-4A59BE166EB7}"/>
                  </a:ext>
                </a:extLst>
              </p:cNvPr>
              <p:cNvGrpSpPr/>
              <p:nvPr/>
            </p:nvGrpSpPr>
            <p:grpSpPr>
              <a:xfrm>
                <a:off x="5308181" y="2755556"/>
                <a:ext cx="1625262" cy="1686397"/>
                <a:chOff x="1676400" y="2377868"/>
                <a:chExt cx="1701800" cy="2125869"/>
              </a:xfrm>
            </p:grpSpPr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5A7C0E43-0AC3-4408-9127-9B9DB8764CAD}"/>
                    </a:ext>
                  </a:extLst>
                </p:cNvPr>
                <p:cNvSpPr/>
                <p:nvPr/>
              </p:nvSpPr>
              <p:spPr>
                <a:xfrm>
                  <a:off x="1676400" y="3991487"/>
                  <a:ext cx="1701800" cy="512250"/>
                </a:xfrm>
                <a:prstGeom prst="rect">
                  <a:avLst/>
                </a:prstGeom>
                <a:solidFill>
                  <a:srgbClr val="FF7B00"/>
                </a:solidFill>
                <a:ln>
                  <a:noFill/>
                </a:ln>
                <a:effectLst>
                  <a:outerShdw blurRad="57785" dist="33020" dir="3180000" algn="ctr">
                    <a:srgbClr val="000000">
                      <a:alpha val="30000"/>
                    </a:srgbClr>
                  </a:outerShdw>
                </a:effectLst>
                <a:sp3d prstMaterial="metal">
                  <a:bevelT w="38100" h="57150" prst="angle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BEB2EEA5-CA82-40B7-A2A4-4FE14ED7985F}"/>
                    </a:ext>
                  </a:extLst>
                </p:cNvPr>
                <p:cNvSpPr/>
                <p:nvPr/>
              </p:nvSpPr>
              <p:spPr>
                <a:xfrm>
                  <a:off x="1758987" y="2377868"/>
                  <a:ext cx="1536625" cy="202923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7785" dist="33020" dir="3180000" algn="ctr">
                    <a:srgbClr val="000000">
                      <a:alpha val="30000"/>
                    </a:srgbClr>
                  </a:outerShdw>
                </a:effectLst>
                <a:sp3d prstMaterial="metal">
                  <a:bevelT w="38100" h="57150" prst="angle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90F5D853-AA65-471A-8653-0EFF753AF5C0}"/>
                  </a:ext>
                </a:extLst>
              </p:cNvPr>
              <p:cNvSpPr txBox="1"/>
              <p:nvPr/>
            </p:nvSpPr>
            <p:spPr>
              <a:xfrm>
                <a:off x="5323107" y="3562946"/>
                <a:ext cx="1467516" cy="1015663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Navbar</a:t>
                </a:r>
              </a:p>
              <a:p>
                <a:pPr algn="ctr"/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Carousel</a:t>
                </a:r>
              </a:p>
              <a:p>
                <a:pPr algn="ctr"/>
                <a:endPara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60" name="Image 59">
              <a:extLst>
                <a:ext uri="{FF2B5EF4-FFF2-40B4-BE49-F238E27FC236}">
                  <a16:creationId xmlns:a16="http://schemas.microsoft.com/office/drawing/2014/main" id="{D4FE5E65-7E0F-4D78-A966-96ADD6B89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1824" y="4496176"/>
              <a:ext cx="744368" cy="614781"/>
            </a:xfrm>
            <a:prstGeom prst="rect">
              <a:avLst/>
            </a:prstGeom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</p:pic>
      </p:grpSp>
      <p:grpSp>
        <p:nvGrpSpPr>
          <p:cNvPr id="66" name="Groupe 65">
            <a:extLst>
              <a:ext uri="{FF2B5EF4-FFF2-40B4-BE49-F238E27FC236}">
                <a16:creationId xmlns:a16="http://schemas.microsoft.com/office/drawing/2014/main" id="{30791C46-B2DD-4B26-A027-4402D22B79B3}"/>
              </a:ext>
            </a:extLst>
          </p:cNvPr>
          <p:cNvGrpSpPr/>
          <p:nvPr/>
        </p:nvGrpSpPr>
        <p:grpSpPr>
          <a:xfrm>
            <a:off x="5397248" y="4142543"/>
            <a:ext cx="1625262" cy="1686397"/>
            <a:chOff x="5397248" y="4352612"/>
            <a:chExt cx="1625262" cy="1686397"/>
          </a:xfrm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</p:grpSpPr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B2E377B3-684C-40C8-BE5F-5A279325C6EE}"/>
                </a:ext>
              </a:extLst>
            </p:cNvPr>
            <p:cNvGrpSpPr/>
            <p:nvPr/>
          </p:nvGrpSpPr>
          <p:grpSpPr>
            <a:xfrm>
              <a:off x="5397248" y="4352612"/>
              <a:ext cx="1625262" cy="1686397"/>
              <a:chOff x="5308181" y="2755556"/>
              <a:chExt cx="1625262" cy="1686397"/>
            </a:xfrm>
          </p:grpSpPr>
          <p:grpSp>
            <p:nvGrpSpPr>
              <p:cNvPr id="40" name="Groupe 39">
                <a:extLst>
                  <a:ext uri="{FF2B5EF4-FFF2-40B4-BE49-F238E27FC236}">
                    <a16:creationId xmlns:a16="http://schemas.microsoft.com/office/drawing/2014/main" id="{24958935-3187-4E8B-9177-D343E6FC22C2}"/>
                  </a:ext>
                </a:extLst>
              </p:cNvPr>
              <p:cNvGrpSpPr/>
              <p:nvPr/>
            </p:nvGrpSpPr>
            <p:grpSpPr>
              <a:xfrm>
                <a:off x="5308181" y="2755556"/>
                <a:ext cx="1625262" cy="1686397"/>
                <a:chOff x="1676400" y="2377868"/>
                <a:chExt cx="1701800" cy="2125869"/>
              </a:xfrm>
            </p:grpSpPr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2152C6A0-A85B-4CFE-A90C-9A0CBDDC70FC}"/>
                    </a:ext>
                  </a:extLst>
                </p:cNvPr>
                <p:cNvSpPr/>
                <p:nvPr/>
              </p:nvSpPr>
              <p:spPr>
                <a:xfrm>
                  <a:off x="1676400" y="3991487"/>
                  <a:ext cx="1701800" cy="512250"/>
                </a:xfrm>
                <a:prstGeom prst="rect">
                  <a:avLst/>
                </a:prstGeom>
                <a:solidFill>
                  <a:srgbClr val="FF7B00"/>
                </a:solidFill>
                <a:ln>
                  <a:noFill/>
                </a:ln>
                <a:effectLst>
                  <a:outerShdw blurRad="57785" dist="33020" dir="3180000" algn="ctr">
                    <a:srgbClr val="000000">
                      <a:alpha val="30000"/>
                    </a:srgbClr>
                  </a:outerShdw>
                </a:effectLst>
                <a:sp3d prstMaterial="metal">
                  <a:bevelT w="38100" h="57150" prst="angle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888789FE-54B3-4FC8-AF4D-2B0FAE4D441C}"/>
                    </a:ext>
                  </a:extLst>
                </p:cNvPr>
                <p:cNvSpPr/>
                <p:nvPr/>
              </p:nvSpPr>
              <p:spPr>
                <a:xfrm>
                  <a:off x="1758987" y="2377868"/>
                  <a:ext cx="1536625" cy="202923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7785" dist="33020" dir="3180000" algn="ctr">
                    <a:srgbClr val="000000">
                      <a:alpha val="30000"/>
                    </a:srgbClr>
                  </a:outerShdw>
                </a:effectLst>
                <a:sp3d prstMaterial="metal">
                  <a:bevelT w="38100" h="57150" prst="angle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DDD2FA0B-2DC7-4340-B341-C91C2F6C3B9A}"/>
                  </a:ext>
                </a:extLst>
              </p:cNvPr>
              <p:cNvSpPr txBox="1"/>
              <p:nvPr/>
            </p:nvSpPr>
            <p:spPr>
              <a:xfrm>
                <a:off x="5372128" y="3641915"/>
                <a:ext cx="1467516" cy="40011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 commits</a:t>
                </a:r>
              </a:p>
            </p:txBody>
          </p:sp>
        </p:grpSp>
        <p:pic>
          <p:nvPicPr>
            <p:cNvPr id="62" name="Image 61">
              <a:extLst>
                <a:ext uri="{FF2B5EF4-FFF2-40B4-BE49-F238E27FC236}">
                  <a16:creationId xmlns:a16="http://schemas.microsoft.com/office/drawing/2014/main" id="{83273847-9F4A-4736-8AAF-685CF0693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44096" y="4485322"/>
              <a:ext cx="768594" cy="768594"/>
            </a:xfrm>
            <a:prstGeom prst="rect">
              <a:avLst/>
            </a:prstGeom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</p:pic>
      </p:grpSp>
      <p:grpSp>
        <p:nvGrpSpPr>
          <p:cNvPr id="65" name="Groupe 64">
            <a:extLst>
              <a:ext uri="{FF2B5EF4-FFF2-40B4-BE49-F238E27FC236}">
                <a16:creationId xmlns:a16="http://schemas.microsoft.com/office/drawing/2014/main" id="{7CE1F5D1-90BE-4688-8184-DD539A9C5B25}"/>
              </a:ext>
            </a:extLst>
          </p:cNvPr>
          <p:cNvGrpSpPr/>
          <p:nvPr/>
        </p:nvGrpSpPr>
        <p:grpSpPr>
          <a:xfrm>
            <a:off x="8527892" y="4145229"/>
            <a:ext cx="1659080" cy="1686397"/>
            <a:chOff x="8527892" y="4355298"/>
            <a:chExt cx="1659080" cy="1686397"/>
          </a:xfrm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</p:grpSpPr>
        <p:grpSp>
          <p:nvGrpSpPr>
            <p:cNvPr id="47" name="Groupe 46">
              <a:extLst>
                <a:ext uri="{FF2B5EF4-FFF2-40B4-BE49-F238E27FC236}">
                  <a16:creationId xmlns:a16="http://schemas.microsoft.com/office/drawing/2014/main" id="{36087322-17DE-48DF-906D-02783097D78A}"/>
                </a:ext>
              </a:extLst>
            </p:cNvPr>
            <p:cNvGrpSpPr/>
            <p:nvPr/>
          </p:nvGrpSpPr>
          <p:grpSpPr>
            <a:xfrm>
              <a:off x="8561710" y="4355298"/>
              <a:ext cx="1625262" cy="1686397"/>
              <a:chOff x="5308181" y="2755556"/>
              <a:chExt cx="1625262" cy="1686397"/>
            </a:xfrm>
          </p:grpSpPr>
          <p:grpSp>
            <p:nvGrpSpPr>
              <p:cNvPr id="48" name="Groupe 47">
                <a:extLst>
                  <a:ext uri="{FF2B5EF4-FFF2-40B4-BE49-F238E27FC236}">
                    <a16:creationId xmlns:a16="http://schemas.microsoft.com/office/drawing/2014/main" id="{A5BF5A2C-E0A0-4747-BF92-1EA1D6B14A2A}"/>
                  </a:ext>
                </a:extLst>
              </p:cNvPr>
              <p:cNvGrpSpPr/>
              <p:nvPr/>
            </p:nvGrpSpPr>
            <p:grpSpPr>
              <a:xfrm>
                <a:off x="5308181" y="2755556"/>
                <a:ext cx="1625262" cy="1686397"/>
                <a:chOff x="1676400" y="2377868"/>
                <a:chExt cx="1701800" cy="2125869"/>
              </a:xfrm>
            </p:grpSpPr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5994CE51-208B-426D-9FD3-26CD53A65A2E}"/>
                    </a:ext>
                  </a:extLst>
                </p:cNvPr>
                <p:cNvSpPr/>
                <p:nvPr/>
              </p:nvSpPr>
              <p:spPr>
                <a:xfrm>
                  <a:off x="1676400" y="3991487"/>
                  <a:ext cx="1701800" cy="512250"/>
                </a:xfrm>
                <a:prstGeom prst="rect">
                  <a:avLst/>
                </a:prstGeom>
                <a:solidFill>
                  <a:srgbClr val="FF7B00"/>
                </a:solidFill>
                <a:ln>
                  <a:noFill/>
                </a:ln>
                <a:effectLst>
                  <a:outerShdw blurRad="57785" dist="33020" dir="3180000" algn="ctr">
                    <a:srgbClr val="000000">
                      <a:alpha val="30000"/>
                    </a:srgbClr>
                  </a:outerShdw>
                </a:effectLst>
                <a:sp3d prstMaterial="metal">
                  <a:bevelT w="38100" h="57150" prst="angle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67913B32-53BC-4DF1-9A6D-C7BD53210106}"/>
                    </a:ext>
                  </a:extLst>
                </p:cNvPr>
                <p:cNvSpPr/>
                <p:nvPr/>
              </p:nvSpPr>
              <p:spPr>
                <a:xfrm>
                  <a:off x="1758987" y="2377868"/>
                  <a:ext cx="1536625" cy="202923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7785" dist="33020" dir="3180000" algn="ctr">
                    <a:srgbClr val="000000">
                      <a:alpha val="30000"/>
                    </a:srgbClr>
                  </a:outerShdw>
                </a:effectLst>
                <a:sp3d prstMaterial="metal">
                  <a:bevelT w="38100" h="57150" prst="angle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48895319-FC7C-4789-9307-D2A64C45DC3E}"/>
                  </a:ext>
                </a:extLst>
              </p:cNvPr>
              <p:cNvSpPr txBox="1"/>
              <p:nvPr/>
            </p:nvSpPr>
            <p:spPr>
              <a:xfrm>
                <a:off x="5308181" y="3685001"/>
                <a:ext cx="1625262" cy="36933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Hebergement</a:t>
                </a:r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64" name="Image 63">
              <a:extLst>
                <a:ext uri="{FF2B5EF4-FFF2-40B4-BE49-F238E27FC236}">
                  <a16:creationId xmlns:a16="http://schemas.microsoft.com/office/drawing/2014/main" id="{EF103A15-82BA-4B5D-98DC-AC556FA2B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7892" y="4451064"/>
              <a:ext cx="1625262" cy="915125"/>
            </a:xfrm>
            <a:prstGeom prst="rect">
              <a:avLst/>
            </a:prstGeom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</p:pic>
      </p:grpSp>
      <p:grpSp>
        <p:nvGrpSpPr>
          <p:cNvPr id="84" name="Groupe 83">
            <a:extLst>
              <a:ext uri="{FF2B5EF4-FFF2-40B4-BE49-F238E27FC236}">
                <a16:creationId xmlns:a16="http://schemas.microsoft.com/office/drawing/2014/main" id="{4FA7CD5B-9B50-44DC-BAA9-377F52B33AFD}"/>
              </a:ext>
            </a:extLst>
          </p:cNvPr>
          <p:cNvGrpSpPr/>
          <p:nvPr/>
        </p:nvGrpSpPr>
        <p:grpSpPr>
          <a:xfrm>
            <a:off x="5332680" y="6238411"/>
            <a:ext cx="1322881" cy="367149"/>
            <a:chOff x="5198747" y="6232437"/>
            <a:chExt cx="1322881" cy="367149"/>
          </a:xfrm>
        </p:grpSpPr>
        <p:grpSp>
          <p:nvGrpSpPr>
            <p:cNvPr id="79" name="Groupe 78">
              <a:extLst>
                <a:ext uri="{FF2B5EF4-FFF2-40B4-BE49-F238E27FC236}">
                  <a16:creationId xmlns:a16="http://schemas.microsoft.com/office/drawing/2014/main" id="{8E151B53-559D-4506-BEE3-98F12751220E}"/>
                </a:ext>
              </a:extLst>
            </p:cNvPr>
            <p:cNvGrpSpPr/>
            <p:nvPr/>
          </p:nvGrpSpPr>
          <p:grpSpPr>
            <a:xfrm>
              <a:off x="5610225" y="6246278"/>
              <a:ext cx="902466" cy="339469"/>
              <a:chOff x="5119019" y="6213294"/>
              <a:chExt cx="853621" cy="339469"/>
            </a:xfrm>
          </p:grpSpPr>
          <p:sp>
            <p:nvSpPr>
              <p:cNvPr id="78" name="Rectangle : coins arrondis 77">
                <a:extLst>
                  <a:ext uri="{FF2B5EF4-FFF2-40B4-BE49-F238E27FC236}">
                    <a16:creationId xmlns:a16="http://schemas.microsoft.com/office/drawing/2014/main" id="{03272B44-6683-4541-9942-A8DE98F54033}"/>
                  </a:ext>
                </a:extLst>
              </p:cNvPr>
              <p:cNvSpPr/>
              <p:nvPr/>
            </p:nvSpPr>
            <p:spPr>
              <a:xfrm>
                <a:off x="5605491" y="6213294"/>
                <a:ext cx="367149" cy="339469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7" name="Rectangle : coins arrondis 76">
                <a:extLst>
                  <a:ext uri="{FF2B5EF4-FFF2-40B4-BE49-F238E27FC236}">
                    <a16:creationId xmlns:a16="http://schemas.microsoft.com/office/drawing/2014/main" id="{060B2CBD-E4AC-424F-BE30-C2A0293BF9A7}"/>
                  </a:ext>
                </a:extLst>
              </p:cNvPr>
              <p:cNvSpPr/>
              <p:nvPr/>
            </p:nvSpPr>
            <p:spPr>
              <a:xfrm>
                <a:off x="5119019" y="6282387"/>
                <a:ext cx="810401" cy="223548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80" name="ZoneTexte 79">
              <a:extLst>
                <a:ext uri="{FF2B5EF4-FFF2-40B4-BE49-F238E27FC236}">
                  <a16:creationId xmlns:a16="http://schemas.microsoft.com/office/drawing/2014/main" id="{70C77E3E-095C-4392-B720-51FA9ADE4801}"/>
                </a:ext>
              </a:extLst>
            </p:cNvPr>
            <p:cNvSpPr txBox="1"/>
            <p:nvPr/>
          </p:nvSpPr>
          <p:spPr>
            <a:xfrm>
              <a:off x="5581948" y="6288004"/>
              <a:ext cx="939680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Google Font</a:t>
              </a:r>
            </a:p>
          </p:txBody>
        </p:sp>
        <p:pic>
          <p:nvPicPr>
            <p:cNvPr id="82" name="Image 81">
              <a:extLst>
                <a:ext uri="{FF2B5EF4-FFF2-40B4-BE49-F238E27FC236}">
                  <a16:creationId xmlns:a16="http://schemas.microsoft.com/office/drawing/2014/main" id="{8BEA3B3C-4944-4611-943C-B08BE43E1A4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8747" y="6232437"/>
              <a:ext cx="367149" cy="367149"/>
            </a:xfrm>
            <a:prstGeom prst="rect">
              <a:avLst/>
            </a:prstGeom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</p:pic>
      </p:grpSp>
      <p:sp>
        <p:nvSpPr>
          <p:cNvPr id="85" name="Rectangle 84">
            <a:extLst>
              <a:ext uri="{FF2B5EF4-FFF2-40B4-BE49-F238E27FC236}">
                <a16:creationId xmlns:a16="http://schemas.microsoft.com/office/drawing/2014/main" id="{28C91C2A-3CBB-4BB5-BA70-86C9FF817402}"/>
              </a:ext>
            </a:extLst>
          </p:cNvPr>
          <p:cNvSpPr/>
          <p:nvPr/>
        </p:nvSpPr>
        <p:spPr>
          <a:xfrm rot="18884914">
            <a:off x="-1380578" y="1020367"/>
            <a:ext cx="4025900" cy="82789"/>
          </a:xfrm>
          <a:prstGeom prst="rect">
            <a:avLst/>
          </a:prstGeom>
          <a:solidFill>
            <a:srgbClr val="FF7B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97A2030-B245-4087-85A6-46239F73BFD2}"/>
              </a:ext>
            </a:extLst>
          </p:cNvPr>
          <p:cNvSpPr/>
          <p:nvPr/>
        </p:nvSpPr>
        <p:spPr>
          <a:xfrm rot="18884914">
            <a:off x="-1471163" y="932105"/>
            <a:ext cx="4025900" cy="82789"/>
          </a:xfrm>
          <a:prstGeom prst="rect">
            <a:avLst/>
          </a:prstGeom>
          <a:solidFill>
            <a:srgbClr val="FF7B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90" name="Groupe 89">
            <a:extLst>
              <a:ext uri="{FF2B5EF4-FFF2-40B4-BE49-F238E27FC236}">
                <a16:creationId xmlns:a16="http://schemas.microsoft.com/office/drawing/2014/main" id="{E5EF07A9-E894-480E-BC23-E55EF1D4667E}"/>
              </a:ext>
            </a:extLst>
          </p:cNvPr>
          <p:cNvGrpSpPr/>
          <p:nvPr/>
        </p:nvGrpSpPr>
        <p:grpSpPr>
          <a:xfrm rot="16200000">
            <a:off x="10370229" y="5347065"/>
            <a:ext cx="4546734" cy="4676084"/>
            <a:chOff x="6283032" y="2219636"/>
            <a:chExt cx="4546734" cy="467608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1" name="Arc 90">
              <a:extLst>
                <a:ext uri="{FF2B5EF4-FFF2-40B4-BE49-F238E27FC236}">
                  <a16:creationId xmlns:a16="http://schemas.microsoft.com/office/drawing/2014/main" id="{5D52EAC8-6AB0-4FF5-9C8F-4742B7F800AE}"/>
                </a:ext>
              </a:extLst>
            </p:cNvPr>
            <p:cNvSpPr/>
            <p:nvPr/>
          </p:nvSpPr>
          <p:spPr>
            <a:xfrm rot="8069694">
              <a:off x="6218357" y="2284311"/>
              <a:ext cx="4523684" cy="4394334"/>
            </a:xfrm>
            <a:prstGeom prst="arc">
              <a:avLst>
                <a:gd name="adj1" fmla="val 16200000"/>
                <a:gd name="adj2" fmla="val 15620405"/>
              </a:avLst>
            </a:prstGeom>
            <a:ln>
              <a:solidFill>
                <a:srgbClr val="FF7B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92" name="Arc 91">
              <a:extLst>
                <a:ext uri="{FF2B5EF4-FFF2-40B4-BE49-F238E27FC236}">
                  <a16:creationId xmlns:a16="http://schemas.microsoft.com/office/drawing/2014/main" id="{1141606A-9B40-41DB-A629-0D70A748C7A3}"/>
                </a:ext>
              </a:extLst>
            </p:cNvPr>
            <p:cNvSpPr/>
            <p:nvPr/>
          </p:nvSpPr>
          <p:spPr>
            <a:xfrm rot="8069694">
              <a:off x="6370757" y="2436711"/>
              <a:ext cx="4523684" cy="4394334"/>
            </a:xfrm>
            <a:prstGeom prst="arc">
              <a:avLst>
                <a:gd name="adj1" fmla="val 16200000"/>
                <a:gd name="adj2" fmla="val 15620405"/>
              </a:avLst>
            </a:prstGeom>
            <a:ln>
              <a:solidFill>
                <a:srgbClr val="FF7B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2716794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7.40741E-7 L 0 0.22731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36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7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15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6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15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8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0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2" dur="15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4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2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4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6" dur="15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000"/>
                            </p:stCondLst>
                            <p:childTnLst>
                              <p:par>
                                <p:cTn id="63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4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5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6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7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8" dur="15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000"/>
                            </p:stCondLst>
                            <p:childTnLst>
                              <p:par>
                                <p:cTn id="7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6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7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8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9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0" dur="15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8000"/>
                            </p:stCondLst>
                            <p:childTnLst>
                              <p:par>
                                <p:cTn id="87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8" dur="18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76" grpId="0"/>
      <p:bldP spid="75" grpId="0"/>
      <p:bldP spid="74" grpId="0"/>
      <p:bldP spid="73" grpId="0"/>
      <p:bldP spid="7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roupe 169">
            <a:extLst>
              <a:ext uri="{FF2B5EF4-FFF2-40B4-BE49-F238E27FC236}">
                <a16:creationId xmlns:a16="http://schemas.microsoft.com/office/drawing/2014/main" id="{560AA681-55FE-416A-B9E7-F8AC162484C3}"/>
              </a:ext>
            </a:extLst>
          </p:cNvPr>
          <p:cNvGrpSpPr/>
          <p:nvPr/>
        </p:nvGrpSpPr>
        <p:grpSpPr>
          <a:xfrm>
            <a:off x="386387" y="7196986"/>
            <a:ext cx="1832601" cy="3785236"/>
            <a:chOff x="599856" y="544726"/>
            <a:chExt cx="1692569" cy="4371135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grpSp>
          <p:nvGrpSpPr>
            <p:cNvPr id="159" name="Groupe 158">
              <a:extLst>
                <a:ext uri="{FF2B5EF4-FFF2-40B4-BE49-F238E27FC236}">
                  <a16:creationId xmlns:a16="http://schemas.microsoft.com/office/drawing/2014/main" id="{669B3672-5D63-48A0-83E7-524C3B12E6D5}"/>
                </a:ext>
              </a:extLst>
            </p:cNvPr>
            <p:cNvGrpSpPr/>
            <p:nvPr/>
          </p:nvGrpSpPr>
          <p:grpSpPr>
            <a:xfrm>
              <a:off x="599856" y="544726"/>
              <a:ext cx="1662644" cy="4371135"/>
              <a:chOff x="573071" y="1511657"/>
              <a:chExt cx="1662644" cy="4371135"/>
            </a:xfrm>
          </p:grpSpPr>
          <p:sp>
            <p:nvSpPr>
              <p:cNvPr id="160" name="Forme libre : forme 159">
                <a:extLst>
                  <a:ext uri="{FF2B5EF4-FFF2-40B4-BE49-F238E27FC236}">
                    <a16:creationId xmlns:a16="http://schemas.microsoft.com/office/drawing/2014/main" id="{B7604926-F23D-40D3-AF35-6810C0B49E3C}"/>
                  </a:ext>
                </a:extLst>
              </p:cNvPr>
              <p:cNvSpPr/>
              <p:nvPr/>
            </p:nvSpPr>
            <p:spPr>
              <a:xfrm rot="16200000">
                <a:off x="747391" y="1594159"/>
                <a:ext cx="1300969" cy="1135965"/>
              </a:xfrm>
              <a:custGeom>
                <a:avLst/>
                <a:gdLst>
                  <a:gd name="connsiteX0" fmla="*/ 344365 w 3790950"/>
                  <a:gd name="connsiteY0" fmla="*/ 0 h 3601327"/>
                  <a:gd name="connsiteX1" fmla="*/ 2890618 w 3790950"/>
                  <a:gd name="connsiteY1" fmla="*/ 0 h 3601327"/>
                  <a:gd name="connsiteX2" fmla="*/ 3790950 w 3790950"/>
                  <a:gd name="connsiteY2" fmla="*/ 1800664 h 3601327"/>
                  <a:gd name="connsiteX3" fmla="*/ 2890618 w 3790950"/>
                  <a:gd name="connsiteY3" fmla="*/ 3601327 h 3601327"/>
                  <a:gd name="connsiteX4" fmla="*/ 344365 w 3790950"/>
                  <a:gd name="connsiteY4" fmla="*/ 3601327 h 3601327"/>
                  <a:gd name="connsiteX5" fmla="*/ 0 w 3790950"/>
                  <a:gd name="connsiteY5" fmla="*/ 2912596 h 3601327"/>
                  <a:gd name="connsiteX6" fmla="*/ 2390922 w 3790950"/>
                  <a:gd name="connsiteY6" fmla="*/ 2912596 h 3601327"/>
                  <a:gd name="connsiteX7" fmla="*/ 2946889 w 3790950"/>
                  <a:gd name="connsiteY7" fmla="*/ 1800663 h 3601327"/>
                  <a:gd name="connsiteX8" fmla="*/ 2390922 w 3790950"/>
                  <a:gd name="connsiteY8" fmla="*/ 688730 h 3601327"/>
                  <a:gd name="connsiteX9" fmla="*/ 0 w 3790950"/>
                  <a:gd name="connsiteY9" fmla="*/ 688730 h 3601327"/>
                  <a:gd name="connsiteX10" fmla="*/ 344365 w 3790950"/>
                  <a:gd name="connsiteY10" fmla="*/ 0 h 3601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90950" h="3601327">
                    <a:moveTo>
                      <a:pt x="344365" y="0"/>
                    </a:moveTo>
                    <a:lnTo>
                      <a:pt x="2890618" y="0"/>
                    </a:lnTo>
                    <a:lnTo>
                      <a:pt x="3790950" y="1800664"/>
                    </a:lnTo>
                    <a:lnTo>
                      <a:pt x="2890618" y="3601327"/>
                    </a:lnTo>
                    <a:lnTo>
                      <a:pt x="344365" y="3601327"/>
                    </a:lnTo>
                    <a:lnTo>
                      <a:pt x="0" y="2912596"/>
                    </a:lnTo>
                    <a:lnTo>
                      <a:pt x="2390922" y="2912596"/>
                    </a:lnTo>
                    <a:lnTo>
                      <a:pt x="2946889" y="1800663"/>
                    </a:lnTo>
                    <a:lnTo>
                      <a:pt x="2390922" y="688730"/>
                    </a:lnTo>
                    <a:lnTo>
                      <a:pt x="0" y="688730"/>
                    </a:lnTo>
                    <a:lnTo>
                      <a:pt x="344365" y="0"/>
                    </a:lnTo>
                    <a:close/>
                  </a:path>
                </a:pathLst>
              </a:custGeom>
              <a:solidFill>
                <a:srgbClr val="FF7B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 dirty="0"/>
              </a:p>
            </p:txBody>
          </p:sp>
          <p:sp>
            <p:nvSpPr>
              <p:cNvPr id="161" name="Hexagone 160">
                <a:extLst>
                  <a:ext uri="{FF2B5EF4-FFF2-40B4-BE49-F238E27FC236}">
                    <a16:creationId xmlns:a16="http://schemas.microsoft.com/office/drawing/2014/main" id="{16907436-51DB-4BB3-A908-1959A8A0671D}"/>
                  </a:ext>
                </a:extLst>
              </p:cNvPr>
              <p:cNvSpPr/>
              <p:nvPr/>
            </p:nvSpPr>
            <p:spPr>
              <a:xfrm rot="16200000">
                <a:off x="-652874" y="3461809"/>
                <a:ext cx="4122821" cy="719146"/>
              </a:xfrm>
              <a:prstGeom prst="hexagon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pSp>
            <p:nvGrpSpPr>
              <p:cNvPr id="162" name="Groupe 161">
                <a:extLst>
                  <a:ext uri="{FF2B5EF4-FFF2-40B4-BE49-F238E27FC236}">
                    <a16:creationId xmlns:a16="http://schemas.microsoft.com/office/drawing/2014/main" id="{FD989D36-5046-4548-AF1D-7D7823076C1A}"/>
                  </a:ext>
                </a:extLst>
              </p:cNvPr>
              <p:cNvGrpSpPr/>
              <p:nvPr/>
            </p:nvGrpSpPr>
            <p:grpSpPr>
              <a:xfrm>
                <a:off x="573071" y="1900531"/>
                <a:ext cx="1660270" cy="1497340"/>
                <a:chOff x="573071" y="1900531"/>
                <a:chExt cx="1660270" cy="1497340"/>
              </a:xfrm>
            </p:grpSpPr>
            <p:sp>
              <p:nvSpPr>
                <p:cNvPr id="165" name="ZoneTexte 164">
                  <a:extLst>
                    <a:ext uri="{FF2B5EF4-FFF2-40B4-BE49-F238E27FC236}">
                      <a16:creationId xmlns:a16="http://schemas.microsoft.com/office/drawing/2014/main" id="{81F41D08-3B79-4944-A87A-049E52CD6572}"/>
                    </a:ext>
                  </a:extLst>
                </p:cNvPr>
                <p:cNvSpPr txBox="1"/>
                <p:nvPr/>
              </p:nvSpPr>
              <p:spPr>
                <a:xfrm>
                  <a:off x="573071" y="1900531"/>
                  <a:ext cx="1649610" cy="40011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p3d>
                  <a:bevelT w="190500" h="38100"/>
                </a:sp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</a:p>
              </p:txBody>
            </p:sp>
            <p:sp>
              <p:nvSpPr>
                <p:cNvPr id="166" name="ZoneTexte 165">
                  <a:extLst>
                    <a:ext uri="{FF2B5EF4-FFF2-40B4-BE49-F238E27FC236}">
                      <a16:creationId xmlns:a16="http://schemas.microsoft.com/office/drawing/2014/main" id="{E78B8DE2-1379-45B3-B0FE-5417D2D06242}"/>
                    </a:ext>
                  </a:extLst>
                </p:cNvPr>
                <p:cNvSpPr txBox="1"/>
                <p:nvPr/>
              </p:nvSpPr>
              <p:spPr>
                <a:xfrm>
                  <a:off x="573071" y="2175452"/>
                  <a:ext cx="1649610" cy="40011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p3d>
                  <a:bevelT w="190500" h="38100"/>
                </a:sp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</a:t>
                  </a:r>
                </a:p>
              </p:txBody>
            </p:sp>
            <p:sp>
              <p:nvSpPr>
                <p:cNvPr id="167" name="ZoneTexte 166">
                  <a:extLst>
                    <a:ext uri="{FF2B5EF4-FFF2-40B4-BE49-F238E27FC236}">
                      <a16:creationId xmlns:a16="http://schemas.microsoft.com/office/drawing/2014/main" id="{CA31E250-61E6-465B-B2A1-FB85CAD55343}"/>
                    </a:ext>
                  </a:extLst>
                </p:cNvPr>
                <p:cNvSpPr txBox="1"/>
                <p:nvPr/>
              </p:nvSpPr>
              <p:spPr>
                <a:xfrm>
                  <a:off x="583731" y="2450373"/>
                  <a:ext cx="1649610" cy="40011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p3d>
                  <a:bevelT w="190500" h="38100"/>
                </a:sp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</a:t>
                  </a:r>
                </a:p>
              </p:txBody>
            </p:sp>
            <p:sp>
              <p:nvSpPr>
                <p:cNvPr id="168" name="ZoneTexte 167">
                  <a:extLst>
                    <a:ext uri="{FF2B5EF4-FFF2-40B4-BE49-F238E27FC236}">
                      <a16:creationId xmlns:a16="http://schemas.microsoft.com/office/drawing/2014/main" id="{82587A82-F9BB-4AB9-84D4-DE8428629341}"/>
                    </a:ext>
                  </a:extLst>
                </p:cNvPr>
                <p:cNvSpPr txBox="1"/>
                <p:nvPr/>
              </p:nvSpPr>
              <p:spPr>
                <a:xfrm>
                  <a:off x="573071" y="2717540"/>
                  <a:ext cx="1649610" cy="40011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p3d>
                  <a:bevelT w="190500" h="38100"/>
                </a:sp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</a:p>
              </p:txBody>
            </p:sp>
            <p:sp>
              <p:nvSpPr>
                <p:cNvPr id="169" name="ZoneTexte 168">
                  <a:extLst>
                    <a:ext uri="{FF2B5EF4-FFF2-40B4-BE49-F238E27FC236}">
                      <a16:creationId xmlns:a16="http://schemas.microsoft.com/office/drawing/2014/main" id="{7B5AC61B-5A2F-4F3F-8132-CE6AA75904DD}"/>
                    </a:ext>
                  </a:extLst>
                </p:cNvPr>
                <p:cNvSpPr txBox="1"/>
                <p:nvPr/>
              </p:nvSpPr>
              <p:spPr>
                <a:xfrm>
                  <a:off x="573071" y="2997761"/>
                  <a:ext cx="1649610" cy="40011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p3d>
                  <a:bevelT w="190500" h="38100"/>
                </a:sp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</a:t>
                  </a:r>
                </a:p>
              </p:txBody>
            </p:sp>
          </p:grpSp>
          <p:sp>
            <p:nvSpPr>
              <p:cNvPr id="163" name="ZoneTexte 162">
                <a:extLst>
                  <a:ext uri="{FF2B5EF4-FFF2-40B4-BE49-F238E27FC236}">
                    <a16:creationId xmlns:a16="http://schemas.microsoft.com/office/drawing/2014/main" id="{EB51FFC5-4620-40D5-93A8-D55597E11419}"/>
                  </a:ext>
                </a:extLst>
              </p:cNvPr>
              <p:cNvSpPr txBox="1"/>
              <p:nvPr/>
            </p:nvSpPr>
            <p:spPr>
              <a:xfrm>
                <a:off x="586105" y="3376722"/>
                <a:ext cx="1649610" cy="40011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164" name="ZoneTexte 163">
                <a:extLst>
                  <a:ext uri="{FF2B5EF4-FFF2-40B4-BE49-F238E27FC236}">
                    <a16:creationId xmlns:a16="http://schemas.microsoft.com/office/drawing/2014/main" id="{DD26A318-61C6-4759-AC6F-7FBC39D1A8DA}"/>
                  </a:ext>
                </a:extLst>
              </p:cNvPr>
              <p:cNvSpPr txBox="1"/>
              <p:nvPr/>
            </p:nvSpPr>
            <p:spPr>
              <a:xfrm>
                <a:off x="575995" y="3635529"/>
                <a:ext cx="1649610" cy="40011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</p:grpSp>
        <p:grpSp>
          <p:nvGrpSpPr>
            <p:cNvPr id="158" name="Groupe 157">
              <a:extLst>
                <a:ext uri="{FF2B5EF4-FFF2-40B4-BE49-F238E27FC236}">
                  <a16:creationId xmlns:a16="http://schemas.microsoft.com/office/drawing/2014/main" id="{BCE7F473-78B0-4A40-BAAB-ECCA69308863}"/>
                </a:ext>
              </a:extLst>
            </p:cNvPr>
            <p:cNvGrpSpPr/>
            <p:nvPr/>
          </p:nvGrpSpPr>
          <p:grpSpPr>
            <a:xfrm>
              <a:off x="599856" y="3017581"/>
              <a:ext cx="1692569" cy="1689701"/>
              <a:chOff x="2219541" y="3601600"/>
              <a:chExt cx="1692569" cy="1689701"/>
            </a:xfrm>
          </p:grpSpPr>
          <p:sp>
            <p:nvSpPr>
              <p:cNvPr id="150" name="ZoneTexte 149">
                <a:extLst>
                  <a:ext uri="{FF2B5EF4-FFF2-40B4-BE49-F238E27FC236}">
                    <a16:creationId xmlns:a16="http://schemas.microsoft.com/office/drawing/2014/main" id="{BB9B182A-1A97-48C1-BBD0-F12D4B11CAD5}"/>
                  </a:ext>
                </a:extLst>
              </p:cNvPr>
              <p:cNvSpPr txBox="1"/>
              <p:nvPr/>
            </p:nvSpPr>
            <p:spPr>
              <a:xfrm>
                <a:off x="2245825" y="3601600"/>
                <a:ext cx="1649610" cy="40011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151" name="ZoneTexte 150">
                <a:extLst>
                  <a:ext uri="{FF2B5EF4-FFF2-40B4-BE49-F238E27FC236}">
                    <a16:creationId xmlns:a16="http://schemas.microsoft.com/office/drawing/2014/main" id="{25C01541-2150-42B8-9CB7-FDF73508AB57}"/>
                  </a:ext>
                </a:extLst>
              </p:cNvPr>
              <p:cNvSpPr txBox="1"/>
              <p:nvPr/>
            </p:nvSpPr>
            <p:spPr>
              <a:xfrm>
                <a:off x="2234513" y="3882292"/>
                <a:ext cx="1649610" cy="40011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152" name="ZoneTexte 151">
                <a:extLst>
                  <a:ext uri="{FF2B5EF4-FFF2-40B4-BE49-F238E27FC236}">
                    <a16:creationId xmlns:a16="http://schemas.microsoft.com/office/drawing/2014/main" id="{1E781DC4-31DA-4F5E-BFB9-0765BBEDC31A}"/>
                  </a:ext>
                </a:extLst>
              </p:cNvPr>
              <p:cNvSpPr txBox="1"/>
              <p:nvPr/>
            </p:nvSpPr>
            <p:spPr>
              <a:xfrm>
                <a:off x="2224799" y="4116618"/>
                <a:ext cx="1649610" cy="40011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153" name="ZoneTexte 152">
                <a:extLst>
                  <a:ext uri="{FF2B5EF4-FFF2-40B4-BE49-F238E27FC236}">
                    <a16:creationId xmlns:a16="http://schemas.microsoft.com/office/drawing/2014/main" id="{325D7CA0-EBCB-47CB-A97E-D24419235002}"/>
                  </a:ext>
                </a:extLst>
              </p:cNvPr>
              <p:cNvSpPr txBox="1"/>
              <p:nvPr/>
            </p:nvSpPr>
            <p:spPr>
              <a:xfrm>
                <a:off x="2219541" y="4347840"/>
                <a:ext cx="1649610" cy="40011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</a:p>
            </p:txBody>
          </p:sp>
          <p:sp>
            <p:nvSpPr>
              <p:cNvPr id="154" name="ZoneTexte 153">
                <a:extLst>
                  <a:ext uri="{FF2B5EF4-FFF2-40B4-BE49-F238E27FC236}">
                    <a16:creationId xmlns:a16="http://schemas.microsoft.com/office/drawing/2014/main" id="{41D4D77B-2EEB-4524-9109-59DD53E84038}"/>
                  </a:ext>
                </a:extLst>
              </p:cNvPr>
              <p:cNvSpPr txBox="1"/>
              <p:nvPr/>
            </p:nvSpPr>
            <p:spPr>
              <a:xfrm>
                <a:off x="2245816" y="4626371"/>
                <a:ext cx="1649610" cy="40011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</a:p>
            </p:txBody>
          </p:sp>
          <p:sp>
            <p:nvSpPr>
              <p:cNvPr id="155" name="ZoneTexte 154">
                <a:extLst>
                  <a:ext uri="{FF2B5EF4-FFF2-40B4-BE49-F238E27FC236}">
                    <a16:creationId xmlns:a16="http://schemas.microsoft.com/office/drawing/2014/main" id="{AD89755D-EB46-43A5-9C4C-9E6070122E14}"/>
                  </a:ext>
                </a:extLst>
              </p:cNvPr>
              <p:cNvSpPr txBox="1"/>
              <p:nvPr/>
            </p:nvSpPr>
            <p:spPr>
              <a:xfrm>
                <a:off x="2262500" y="4891191"/>
                <a:ext cx="1649610" cy="40011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</a:p>
            </p:txBody>
          </p:sp>
        </p:grpSp>
      </p:grpSp>
      <p:pic>
        <p:nvPicPr>
          <p:cNvPr id="172" name="Image 171">
            <a:extLst>
              <a:ext uri="{FF2B5EF4-FFF2-40B4-BE49-F238E27FC236}">
                <a16:creationId xmlns:a16="http://schemas.microsoft.com/office/drawing/2014/main" id="{138E3FE4-1133-40FF-BD0A-764B834FE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656" y="3462031"/>
            <a:ext cx="650639" cy="52581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44255D6-3CE2-4ABF-A56F-E7889810DF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8260" y="5578266"/>
            <a:ext cx="704346" cy="704346"/>
          </a:xfrm>
          <a:prstGeom prst="rect">
            <a:avLst/>
          </a:prstGeom>
        </p:spPr>
      </p:pic>
      <p:grpSp>
        <p:nvGrpSpPr>
          <p:cNvPr id="24" name="Groupe 23">
            <a:extLst>
              <a:ext uri="{FF2B5EF4-FFF2-40B4-BE49-F238E27FC236}">
                <a16:creationId xmlns:a16="http://schemas.microsoft.com/office/drawing/2014/main" id="{442E1245-BEE8-47FD-90B9-B89292F30496}"/>
              </a:ext>
            </a:extLst>
          </p:cNvPr>
          <p:cNvGrpSpPr/>
          <p:nvPr/>
        </p:nvGrpSpPr>
        <p:grpSpPr>
          <a:xfrm>
            <a:off x="5038590" y="7343827"/>
            <a:ext cx="3623594" cy="855960"/>
            <a:chOff x="5056074" y="5475977"/>
            <a:chExt cx="3623594" cy="855960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3465999D-639B-4508-B088-C806FF43DC09}"/>
                </a:ext>
              </a:extLst>
            </p:cNvPr>
            <p:cNvGrpSpPr/>
            <p:nvPr/>
          </p:nvGrpSpPr>
          <p:grpSpPr>
            <a:xfrm>
              <a:off x="5056074" y="5475977"/>
              <a:ext cx="3606110" cy="855960"/>
              <a:chOff x="5056073" y="5544840"/>
              <a:chExt cx="4066776" cy="646332"/>
            </a:xfrm>
          </p:grpSpPr>
          <p:sp>
            <p:nvSpPr>
              <p:cNvPr id="84" name="Rectangle : coins arrondis 83">
                <a:extLst>
                  <a:ext uri="{FF2B5EF4-FFF2-40B4-BE49-F238E27FC236}">
                    <a16:creationId xmlns:a16="http://schemas.microsoft.com/office/drawing/2014/main" id="{028C5E42-1F88-463A-8453-F5B66DF64362}"/>
                  </a:ext>
                </a:extLst>
              </p:cNvPr>
              <p:cNvSpPr/>
              <p:nvPr/>
            </p:nvSpPr>
            <p:spPr>
              <a:xfrm>
                <a:off x="5093916" y="5544840"/>
                <a:ext cx="4028933" cy="646332"/>
              </a:xfrm>
              <a:prstGeom prst="roundRect">
                <a:avLst/>
              </a:prstGeom>
              <a:solidFill>
                <a:srgbClr val="FF7A0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81" name="Rectangle : coins arrondis 80">
                <a:extLst>
                  <a:ext uri="{FF2B5EF4-FFF2-40B4-BE49-F238E27FC236}">
                    <a16:creationId xmlns:a16="http://schemas.microsoft.com/office/drawing/2014/main" id="{32CB0094-D85A-409B-8654-0568C067B3C7}"/>
                  </a:ext>
                </a:extLst>
              </p:cNvPr>
              <p:cNvSpPr/>
              <p:nvPr/>
            </p:nvSpPr>
            <p:spPr>
              <a:xfrm>
                <a:off x="5056073" y="5544840"/>
                <a:ext cx="4028933" cy="64633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82" name="ZoneTexte 81">
              <a:extLst>
                <a:ext uri="{FF2B5EF4-FFF2-40B4-BE49-F238E27FC236}">
                  <a16:creationId xmlns:a16="http://schemas.microsoft.com/office/drawing/2014/main" id="{7E6DDC6C-B9DF-40FE-8413-995C14966714}"/>
                </a:ext>
              </a:extLst>
            </p:cNvPr>
            <p:cNvSpPr txBox="1"/>
            <p:nvPr/>
          </p:nvSpPr>
          <p:spPr>
            <a:xfrm>
              <a:off x="5084805" y="5550157"/>
              <a:ext cx="3594863" cy="646331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BENTO GRID (tendance 2026) :</a:t>
              </a:r>
            </a:p>
            <a:p>
              <a:r>
                <a:rPr 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Grille </a:t>
              </a:r>
              <a:r>
                <a:rPr lang="en-US" sz="12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asym</a:t>
              </a:r>
              <a:r>
                <a:rPr lang="fr-FR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é</a:t>
              </a:r>
              <a:r>
                <a:rPr lang="en-US" sz="12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trique</a:t>
              </a:r>
              <a:r>
                <a:rPr 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4 </a:t>
              </a:r>
              <a:r>
                <a:rPr lang="en-US" sz="12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colonnes</a:t>
              </a:r>
              <a:r>
                <a:rPr 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avec </a:t>
              </a:r>
              <a:r>
                <a:rPr lang="en-US" sz="12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cartes</a:t>
              </a:r>
              <a:r>
                <a:rPr 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de </a:t>
              </a:r>
              <a:r>
                <a:rPr lang="en-US" sz="12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tailles</a:t>
              </a:r>
              <a:r>
                <a:rPr 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sz="12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differentes</a:t>
              </a:r>
              <a:r>
                <a:rPr 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pour  la section “comment </a:t>
              </a:r>
              <a:r>
                <a:rPr lang="en-US" sz="12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ça</a:t>
              </a:r>
              <a:r>
                <a:rPr 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marche</a:t>
              </a:r>
              <a:r>
                <a:rPr 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?”</a:t>
              </a:r>
            </a:p>
          </p:txBody>
        </p:sp>
      </p:grpSp>
      <p:sp>
        <p:nvSpPr>
          <p:cNvPr id="88" name="Rectangle 87">
            <a:extLst>
              <a:ext uri="{FF2B5EF4-FFF2-40B4-BE49-F238E27FC236}">
                <a16:creationId xmlns:a16="http://schemas.microsoft.com/office/drawing/2014/main" id="{E23B22CE-2DCB-4424-A2E8-D926E6E80641}"/>
              </a:ext>
            </a:extLst>
          </p:cNvPr>
          <p:cNvSpPr/>
          <p:nvPr/>
        </p:nvSpPr>
        <p:spPr>
          <a:xfrm rot="8059232">
            <a:off x="8408197" y="-919863"/>
            <a:ext cx="4203700" cy="9999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323D969-F4CE-4092-9787-8057EBE253EA}"/>
              </a:ext>
            </a:extLst>
          </p:cNvPr>
          <p:cNvSpPr/>
          <p:nvPr/>
        </p:nvSpPr>
        <p:spPr>
          <a:xfrm rot="8059232">
            <a:off x="10261837" y="3718241"/>
            <a:ext cx="4203700" cy="9999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4811D18-6A2B-4BD3-B0C5-CF5DFB06379C}"/>
              </a:ext>
            </a:extLst>
          </p:cNvPr>
          <p:cNvSpPr/>
          <p:nvPr/>
        </p:nvSpPr>
        <p:spPr>
          <a:xfrm rot="8059232">
            <a:off x="10816604" y="-480319"/>
            <a:ext cx="4203700" cy="9999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91" name="Groupe 90">
            <a:extLst>
              <a:ext uri="{FF2B5EF4-FFF2-40B4-BE49-F238E27FC236}">
                <a16:creationId xmlns:a16="http://schemas.microsoft.com/office/drawing/2014/main" id="{AAC9B794-3B05-45BE-891F-FDD5EDBDE88A}"/>
              </a:ext>
            </a:extLst>
          </p:cNvPr>
          <p:cNvGrpSpPr/>
          <p:nvPr/>
        </p:nvGrpSpPr>
        <p:grpSpPr>
          <a:xfrm rot="16200000">
            <a:off x="-692629" y="-3835360"/>
            <a:ext cx="4546734" cy="4676084"/>
            <a:chOff x="6283032" y="2219636"/>
            <a:chExt cx="4546734" cy="467608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2" name="Arc 91">
              <a:extLst>
                <a:ext uri="{FF2B5EF4-FFF2-40B4-BE49-F238E27FC236}">
                  <a16:creationId xmlns:a16="http://schemas.microsoft.com/office/drawing/2014/main" id="{128F8E48-0CEB-4449-8F3C-CBEFF8823FC8}"/>
                </a:ext>
              </a:extLst>
            </p:cNvPr>
            <p:cNvSpPr/>
            <p:nvPr/>
          </p:nvSpPr>
          <p:spPr>
            <a:xfrm rot="8069694">
              <a:off x="6218357" y="2284311"/>
              <a:ext cx="4523684" cy="4394334"/>
            </a:xfrm>
            <a:prstGeom prst="arc">
              <a:avLst>
                <a:gd name="adj1" fmla="val 16200000"/>
                <a:gd name="adj2" fmla="val 15620405"/>
              </a:avLst>
            </a:prstGeom>
            <a:ln>
              <a:solidFill>
                <a:srgbClr val="FF7B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93" name="Arc 92">
              <a:extLst>
                <a:ext uri="{FF2B5EF4-FFF2-40B4-BE49-F238E27FC236}">
                  <a16:creationId xmlns:a16="http://schemas.microsoft.com/office/drawing/2014/main" id="{AC7D76C3-3119-4EA2-BFDA-BA6C135630C7}"/>
                </a:ext>
              </a:extLst>
            </p:cNvPr>
            <p:cNvSpPr/>
            <p:nvPr/>
          </p:nvSpPr>
          <p:spPr>
            <a:xfrm rot="8069694">
              <a:off x="6370757" y="2436711"/>
              <a:ext cx="4523684" cy="4394334"/>
            </a:xfrm>
            <a:prstGeom prst="arc">
              <a:avLst>
                <a:gd name="adj1" fmla="val 16200000"/>
                <a:gd name="adj2" fmla="val 15620405"/>
              </a:avLst>
            </a:prstGeom>
            <a:ln>
              <a:solidFill>
                <a:srgbClr val="FF7B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94" name="Rectangle 93">
            <a:extLst>
              <a:ext uri="{FF2B5EF4-FFF2-40B4-BE49-F238E27FC236}">
                <a16:creationId xmlns:a16="http://schemas.microsoft.com/office/drawing/2014/main" id="{C522B804-13FD-4071-A4DE-2486D255874B}"/>
              </a:ext>
            </a:extLst>
          </p:cNvPr>
          <p:cNvSpPr/>
          <p:nvPr/>
        </p:nvSpPr>
        <p:spPr>
          <a:xfrm rot="10800000">
            <a:off x="386387" y="6764268"/>
            <a:ext cx="1989490" cy="18964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D0ABE5DB-70F0-4D4F-9757-39BEA0DCD37C}"/>
              </a:ext>
            </a:extLst>
          </p:cNvPr>
          <p:cNvGrpSpPr/>
          <p:nvPr/>
        </p:nvGrpSpPr>
        <p:grpSpPr>
          <a:xfrm>
            <a:off x="7936089" y="1793305"/>
            <a:ext cx="2573958" cy="2480815"/>
            <a:chOff x="6431815" y="1679163"/>
            <a:chExt cx="2573958" cy="2480815"/>
          </a:xfrm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AB787974-3E7A-42E3-94F8-12D0B3EBC581}"/>
                </a:ext>
              </a:extLst>
            </p:cNvPr>
            <p:cNvGrpSpPr/>
            <p:nvPr/>
          </p:nvGrpSpPr>
          <p:grpSpPr>
            <a:xfrm>
              <a:off x="6431815" y="1679163"/>
              <a:ext cx="2573958" cy="2480815"/>
              <a:chOff x="8181534" y="1985261"/>
              <a:chExt cx="2573958" cy="2480815"/>
            </a:xfrm>
          </p:grpSpPr>
          <p:grpSp>
            <p:nvGrpSpPr>
              <p:cNvPr id="3" name="Groupe 2">
                <a:extLst>
                  <a:ext uri="{FF2B5EF4-FFF2-40B4-BE49-F238E27FC236}">
                    <a16:creationId xmlns:a16="http://schemas.microsoft.com/office/drawing/2014/main" id="{984138C7-47F5-4CF2-9CE5-9C90734EE89B}"/>
                  </a:ext>
                </a:extLst>
              </p:cNvPr>
              <p:cNvGrpSpPr/>
              <p:nvPr/>
            </p:nvGrpSpPr>
            <p:grpSpPr>
              <a:xfrm>
                <a:off x="8181534" y="1985261"/>
                <a:ext cx="2573958" cy="2480815"/>
                <a:chOff x="8181534" y="1985261"/>
                <a:chExt cx="2573958" cy="2480815"/>
              </a:xfrm>
            </p:grpSpPr>
            <p:sp>
              <p:nvSpPr>
                <p:cNvPr id="39" name="Rectangle : coins arrondis 38">
                  <a:extLst>
                    <a:ext uri="{FF2B5EF4-FFF2-40B4-BE49-F238E27FC236}">
                      <a16:creationId xmlns:a16="http://schemas.microsoft.com/office/drawing/2014/main" id="{34C3DF61-1D5C-4EB5-AC7B-6D08F2756290}"/>
                    </a:ext>
                  </a:extLst>
                </p:cNvPr>
                <p:cNvSpPr/>
                <p:nvPr/>
              </p:nvSpPr>
              <p:spPr>
                <a:xfrm>
                  <a:off x="8677938" y="1985261"/>
                  <a:ext cx="1581150" cy="288878"/>
                </a:xfrm>
                <a:prstGeom prst="roundRect">
                  <a:avLst/>
                </a:prstGeom>
                <a:solidFill>
                  <a:srgbClr val="E06E00"/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40" name="Rectangle : coins arrondis 39">
                  <a:extLst>
                    <a:ext uri="{FF2B5EF4-FFF2-40B4-BE49-F238E27FC236}">
                      <a16:creationId xmlns:a16="http://schemas.microsoft.com/office/drawing/2014/main" id="{752DFBDD-5353-4799-9810-A71A49D429FE}"/>
                    </a:ext>
                  </a:extLst>
                </p:cNvPr>
                <p:cNvSpPr/>
                <p:nvPr/>
              </p:nvSpPr>
              <p:spPr>
                <a:xfrm>
                  <a:off x="8181534" y="2066202"/>
                  <a:ext cx="2573958" cy="2399874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pic>
            <p:nvPicPr>
              <p:cNvPr id="18" name="Image 17">
                <a:extLst>
                  <a:ext uri="{FF2B5EF4-FFF2-40B4-BE49-F238E27FC236}">
                    <a16:creationId xmlns:a16="http://schemas.microsoft.com/office/drawing/2014/main" id="{C36A185A-B6C6-43F7-B2BC-6F75D67C03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52755" y="2160661"/>
                <a:ext cx="466314" cy="521639"/>
              </a:xfrm>
              <a:prstGeom prst="rect">
                <a:avLst/>
              </a:prstGeom>
            </p:spPr>
          </p:pic>
        </p:grpSp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902786E9-115E-469E-8C09-64F88EA4517A}"/>
                </a:ext>
              </a:extLst>
            </p:cNvPr>
            <p:cNvGrpSpPr/>
            <p:nvPr/>
          </p:nvGrpSpPr>
          <p:grpSpPr>
            <a:xfrm>
              <a:off x="6683113" y="1871556"/>
              <a:ext cx="2265722" cy="1979631"/>
              <a:chOff x="6683113" y="1871556"/>
              <a:chExt cx="2265722" cy="1979631"/>
            </a:xfrm>
          </p:grpSpPr>
          <p:sp>
            <p:nvSpPr>
              <p:cNvPr id="70" name="ZoneTexte 69">
                <a:extLst>
                  <a:ext uri="{FF2B5EF4-FFF2-40B4-BE49-F238E27FC236}">
                    <a16:creationId xmlns:a16="http://schemas.microsoft.com/office/drawing/2014/main" id="{43F700A0-566C-4F5E-9083-D5A69CAAB090}"/>
                  </a:ext>
                </a:extLst>
              </p:cNvPr>
              <p:cNvSpPr txBox="1"/>
              <p:nvPr/>
            </p:nvSpPr>
            <p:spPr>
              <a:xfrm>
                <a:off x="6683113" y="2261740"/>
                <a:ext cx="208306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__________</a:t>
                </a:r>
              </a:p>
            </p:txBody>
          </p:sp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EDFE233B-E16D-4113-ADD8-82832432A266}"/>
                  </a:ext>
                </a:extLst>
              </p:cNvPr>
              <p:cNvSpPr txBox="1"/>
              <p:nvPr/>
            </p:nvSpPr>
            <p:spPr>
              <a:xfrm>
                <a:off x="6797826" y="1871556"/>
                <a:ext cx="2083067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POLICE D’ECRITURE</a:t>
                </a:r>
              </a:p>
            </p:txBody>
          </p:sp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203BA1A6-712F-41DE-B4B1-E092C006ACD9}"/>
                  </a:ext>
                </a:extLst>
              </p:cNvPr>
              <p:cNvSpPr txBox="1"/>
              <p:nvPr/>
            </p:nvSpPr>
            <p:spPr>
              <a:xfrm>
                <a:off x="6703036" y="2650858"/>
                <a:ext cx="2245799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Titres</a:t>
                </a:r>
                <a:r>
                  <a:rPr lang="en-US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‘Plus Jakarta Sans’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(</a:t>
                </a:r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moderne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impactant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Texte</a:t>
                </a:r>
                <a:r>
                  <a:rPr lang="en-US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‘Inter’ (</a:t>
                </a:r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Lisible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professionel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p:grpSp>
      </p:grpSp>
      <p:sp>
        <p:nvSpPr>
          <p:cNvPr id="79" name="Forme libre : forme 78">
            <a:extLst>
              <a:ext uri="{FF2B5EF4-FFF2-40B4-BE49-F238E27FC236}">
                <a16:creationId xmlns:a16="http://schemas.microsoft.com/office/drawing/2014/main" id="{BD94EE68-33BF-4715-8659-13A69564B0D3}"/>
              </a:ext>
            </a:extLst>
          </p:cNvPr>
          <p:cNvSpPr/>
          <p:nvPr/>
        </p:nvSpPr>
        <p:spPr>
          <a:xfrm>
            <a:off x="3072736" y="2664840"/>
            <a:ext cx="978195" cy="1049304"/>
          </a:xfrm>
          <a:custGeom>
            <a:avLst/>
            <a:gdLst>
              <a:gd name="connsiteX0" fmla="*/ 978195 w 978195"/>
              <a:gd name="connsiteY0" fmla="*/ 0 h 1049304"/>
              <a:gd name="connsiteX1" fmla="*/ 978195 w 978195"/>
              <a:gd name="connsiteY1" fmla="*/ 585315 h 1049304"/>
              <a:gd name="connsiteX2" fmla="*/ 911237 w 978195"/>
              <a:gd name="connsiteY2" fmla="*/ 592439 h 1049304"/>
              <a:gd name="connsiteX3" fmla="*/ 549642 w 978195"/>
              <a:gd name="connsiteY3" fmla="*/ 974086 h 1049304"/>
              <a:gd name="connsiteX4" fmla="*/ 542458 w 978195"/>
              <a:gd name="connsiteY4" fmla="*/ 1049304 h 1049304"/>
              <a:gd name="connsiteX5" fmla="*/ 1679 w 978195"/>
              <a:gd name="connsiteY5" fmla="*/ 1049304 h 1049304"/>
              <a:gd name="connsiteX6" fmla="*/ 0 w 978195"/>
              <a:gd name="connsiteY6" fmla="*/ 1015652 h 1049304"/>
              <a:gd name="connsiteX7" fmla="*/ 902144 w 978195"/>
              <a:gd name="connsiteY7" fmla="*/ 3887 h 1049304"/>
              <a:gd name="connsiteX8" fmla="*/ 978195 w 978195"/>
              <a:gd name="connsiteY8" fmla="*/ 0 h 1049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8195" h="1049304">
                <a:moveTo>
                  <a:pt x="978195" y="0"/>
                </a:moveTo>
                <a:lnTo>
                  <a:pt x="978195" y="585315"/>
                </a:lnTo>
                <a:lnTo>
                  <a:pt x="911237" y="592439"/>
                </a:lnTo>
                <a:cubicBezTo>
                  <a:pt x="729737" y="631639"/>
                  <a:pt x="586782" y="782522"/>
                  <a:pt x="549642" y="974086"/>
                </a:cubicBezTo>
                <a:lnTo>
                  <a:pt x="542458" y="1049304"/>
                </a:lnTo>
                <a:lnTo>
                  <a:pt x="1679" y="1049304"/>
                </a:lnTo>
                <a:lnTo>
                  <a:pt x="0" y="1015652"/>
                </a:lnTo>
                <a:cubicBezTo>
                  <a:pt x="0" y="489075"/>
                  <a:pt x="395424" y="55968"/>
                  <a:pt x="902144" y="3887"/>
                </a:cubicBezTo>
                <a:lnTo>
                  <a:pt x="978195" y="0"/>
                </a:lnTo>
                <a:close/>
              </a:path>
            </a:pathLst>
          </a:custGeom>
          <a:solidFill>
            <a:srgbClr val="FF7A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78" name="Forme libre : forme 77">
            <a:extLst>
              <a:ext uri="{FF2B5EF4-FFF2-40B4-BE49-F238E27FC236}">
                <a16:creationId xmlns:a16="http://schemas.microsoft.com/office/drawing/2014/main" id="{D271CF7D-70CF-451D-A684-6EDB8067CED2}"/>
              </a:ext>
            </a:extLst>
          </p:cNvPr>
          <p:cNvSpPr/>
          <p:nvPr/>
        </p:nvSpPr>
        <p:spPr>
          <a:xfrm>
            <a:off x="4117515" y="2665516"/>
            <a:ext cx="964996" cy="1048629"/>
          </a:xfrm>
          <a:custGeom>
            <a:avLst/>
            <a:gdLst>
              <a:gd name="connsiteX0" fmla="*/ 0 w 964996"/>
              <a:gd name="connsiteY0" fmla="*/ 0 h 1048629"/>
              <a:gd name="connsiteX1" fmla="*/ 62852 w 964996"/>
              <a:gd name="connsiteY1" fmla="*/ 3212 h 1048629"/>
              <a:gd name="connsiteX2" fmla="*/ 964996 w 964996"/>
              <a:gd name="connsiteY2" fmla="*/ 1014977 h 1048629"/>
              <a:gd name="connsiteX3" fmla="*/ 963317 w 964996"/>
              <a:gd name="connsiteY3" fmla="*/ 1048629 h 1048629"/>
              <a:gd name="connsiteX4" fmla="*/ 422537 w 964996"/>
              <a:gd name="connsiteY4" fmla="*/ 1048629 h 1048629"/>
              <a:gd name="connsiteX5" fmla="*/ 415352 w 964996"/>
              <a:gd name="connsiteY5" fmla="*/ 973411 h 1048629"/>
              <a:gd name="connsiteX6" fmla="*/ 53757 w 964996"/>
              <a:gd name="connsiteY6" fmla="*/ 591764 h 1048629"/>
              <a:gd name="connsiteX7" fmla="*/ 0 w 964996"/>
              <a:gd name="connsiteY7" fmla="*/ 586045 h 1048629"/>
              <a:gd name="connsiteX8" fmla="*/ 0 w 964996"/>
              <a:gd name="connsiteY8" fmla="*/ 0 h 1048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64996" h="1048629">
                <a:moveTo>
                  <a:pt x="0" y="0"/>
                </a:moveTo>
                <a:lnTo>
                  <a:pt x="62852" y="3212"/>
                </a:lnTo>
                <a:cubicBezTo>
                  <a:pt x="569573" y="55293"/>
                  <a:pt x="964996" y="488400"/>
                  <a:pt x="964996" y="1014977"/>
                </a:cubicBezTo>
                <a:lnTo>
                  <a:pt x="963317" y="1048629"/>
                </a:lnTo>
                <a:lnTo>
                  <a:pt x="422537" y="1048629"/>
                </a:lnTo>
                <a:lnTo>
                  <a:pt x="415352" y="973411"/>
                </a:lnTo>
                <a:cubicBezTo>
                  <a:pt x="378212" y="781847"/>
                  <a:pt x="235257" y="630964"/>
                  <a:pt x="53757" y="591764"/>
                </a:cubicBezTo>
                <a:lnTo>
                  <a:pt x="0" y="586045"/>
                </a:lnTo>
                <a:lnTo>
                  <a:pt x="0" y="0"/>
                </a:lnTo>
                <a:close/>
              </a:path>
            </a:pathLst>
          </a:custGeom>
          <a:solidFill>
            <a:srgbClr val="E06E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71" name="Forme libre : forme 70">
            <a:extLst>
              <a:ext uri="{FF2B5EF4-FFF2-40B4-BE49-F238E27FC236}">
                <a16:creationId xmlns:a16="http://schemas.microsoft.com/office/drawing/2014/main" id="{7E8AE29B-2A23-4A4D-9038-0F7E293A7DE8}"/>
              </a:ext>
            </a:extLst>
          </p:cNvPr>
          <p:cNvSpPr/>
          <p:nvPr/>
        </p:nvSpPr>
        <p:spPr>
          <a:xfrm>
            <a:off x="3077736" y="3780730"/>
            <a:ext cx="973194" cy="915415"/>
          </a:xfrm>
          <a:custGeom>
            <a:avLst/>
            <a:gdLst>
              <a:gd name="connsiteX0" fmla="*/ 0 w 973194"/>
              <a:gd name="connsiteY0" fmla="*/ 0 h 915415"/>
              <a:gd name="connsiteX1" fmla="*/ 539303 w 973194"/>
              <a:gd name="connsiteY1" fmla="*/ 0 h 915415"/>
              <a:gd name="connsiteX2" fmla="*/ 544641 w 973194"/>
              <a:gd name="connsiteY2" fmla="*/ 55885 h 915415"/>
              <a:gd name="connsiteX3" fmla="*/ 906236 w 973194"/>
              <a:gd name="connsiteY3" fmla="*/ 437532 h 915415"/>
              <a:gd name="connsiteX4" fmla="*/ 973194 w 973194"/>
              <a:gd name="connsiteY4" fmla="*/ 444656 h 915415"/>
              <a:gd name="connsiteX5" fmla="*/ 973194 w 973194"/>
              <a:gd name="connsiteY5" fmla="*/ 915415 h 915415"/>
              <a:gd name="connsiteX6" fmla="*/ 897143 w 973194"/>
              <a:gd name="connsiteY6" fmla="*/ 911528 h 915415"/>
              <a:gd name="connsiteX7" fmla="*/ 187 w 973194"/>
              <a:gd name="connsiteY7" fmla="*/ 3747 h 915415"/>
              <a:gd name="connsiteX8" fmla="*/ 0 w 973194"/>
              <a:gd name="connsiteY8" fmla="*/ 0 h 915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3194" h="915415">
                <a:moveTo>
                  <a:pt x="0" y="0"/>
                </a:moveTo>
                <a:lnTo>
                  <a:pt x="539303" y="0"/>
                </a:lnTo>
                <a:lnTo>
                  <a:pt x="544641" y="55885"/>
                </a:lnTo>
                <a:cubicBezTo>
                  <a:pt x="581781" y="247450"/>
                  <a:pt x="724736" y="398332"/>
                  <a:pt x="906236" y="437532"/>
                </a:cubicBezTo>
                <a:lnTo>
                  <a:pt x="973194" y="444656"/>
                </a:lnTo>
                <a:lnTo>
                  <a:pt x="973194" y="915415"/>
                </a:lnTo>
                <a:lnTo>
                  <a:pt x="897143" y="911528"/>
                </a:lnTo>
                <a:cubicBezTo>
                  <a:pt x="424204" y="862919"/>
                  <a:pt x="48217" y="482394"/>
                  <a:pt x="187" y="374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68" name="Forme libre : forme 67">
            <a:extLst>
              <a:ext uri="{FF2B5EF4-FFF2-40B4-BE49-F238E27FC236}">
                <a16:creationId xmlns:a16="http://schemas.microsoft.com/office/drawing/2014/main" id="{FA6957AA-8550-4CE7-B69C-7A7D1D119382}"/>
              </a:ext>
            </a:extLst>
          </p:cNvPr>
          <p:cNvSpPr/>
          <p:nvPr/>
        </p:nvSpPr>
        <p:spPr>
          <a:xfrm>
            <a:off x="4117516" y="3780729"/>
            <a:ext cx="959995" cy="914740"/>
          </a:xfrm>
          <a:custGeom>
            <a:avLst/>
            <a:gdLst>
              <a:gd name="connsiteX0" fmla="*/ 420690 w 959995"/>
              <a:gd name="connsiteY0" fmla="*/ 0 h 914740"/>
              <a:gd name="connsiteX1" fmla="*/ 959995 w 959995"/>
              <a:gd name="connsiteY1" fmla="*/ 0 h 914740"/>
              <a:gd name="connsiteX2" fmla="*/ 959808 w 959995"/>
              <a:gd name="connsiteY2" fmla="*/ 3747 h 914740"/>
              <a:gd name="connsiteX3" fmla="*/ 62852 w 959995"/>
              <a:gd name="connsiteY3" fmla="*/ 911528 h 914740"/>
              <a:gd name="connsiteX4" fmla="*/ 0 w 959995"/>
              <a:gd name="connsiteY4" fmla="*/ 914740 h 914740"/>
              <a:gd name="connsiteX5" fmla="*/ 0 w 959995"/>
              <a:gd name="connsiteY5" fmla="*/ 443252 h 914740"/>
              <a:gd name="connsiteX6" fmla="*/ 53757 w 959995"/>
              <a:gd name="connsiteY6" fmla="*/ 437532 h 914740"/>
              <a:gd name="connsiteX7" fmla="*/ 415352 w 959995"/>
              <a:gd name="connsiteY7" fmla="*/ 55885 h 914740"/>
              <a:gd name="connsiteX8" fmla="*/ 420690 w 959995"/>
              <a:gd name="connsiteY8" fmla="*/ 0 h 914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59995" h="914740">
                <a:moveTo>
                  <a:pt x="420690" y="0"/>
                </a:moveTo>
                <a:lnTo>
                  <a:pt x="959995" y="0"/>
                </a:lnTo>
                <a:lnTo>
                  <a:pt x="959808" y="3747"/>
                </a:lnTo>
                <a:cubicBezTo>
                  <a:pt x="911778" y="482394"/>
                  <a:pt x="535791" y="862919"/>
                  <a:pt x="62852" y="911528"/>
                </a:cubicBezTo>
                <a:lnTo>
                  <a:pt x="0" y="914740"/>
                </a:lnTo>
                <a:lnTo>
                  <a:pt x="0" y="443252"/>
                </a:lnTo>
                <a:lnTo>
                  <a:pt x="53757" y="437532"/>
                </a:lnTo>
                <a:cubicBezTo>
                  <a:pt x="235257" y="398332"/>
                  <a:pt x="378212" y="247450"/>
                  <a:pt x="415352" y="55885"/>
                </a:cubicBezTo>
                <a:lnTo>
                  <a:pt x="420690" y="0"/>
                </a:lnTo>
                <a:close/>
              </a:path>
            </a:pathLst>
          </a:custGeom>
          <a:solidFill>
            <a:srgbClr val="FFF0E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cxnSp>
        <p:nvCxnSpPr>
          <p:cNvPr id="51" name="Connecteur : en angle 50">
            <a:extLst>
              <a:ext uri="{FF2B5EF4-FFF2-40B4-BE49-F238E27FC236}">
                <a16:creationId xmlns:a16="http://schemas.microsoft.com/office/drawing/2014/main" id="{14497BF9-6639-4A48-86FC-558BF0E66330}"/>
              </a:ext>
            </a:extLst>
          </p:cNvPr>
          <p:cNvCxnSpPr>
            <a:cxnSpLocks/>
          </p:cNvCxnSpPr>
          <p:nvPr/>
        </p:nvCxnSpPr>
        <p:spPr>
          <a:xfrm rot="5400000">
            <a:off x="2847027" y="1786076"/>
            <a:ext cx="1418027" cy="643764"/>
          </a:xfrm>
          <a:prstGeom prst="bentConnector3">
            <a:avLst>
              <a:gd name="adj1" fmla="val -19202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2" name="Connecteur : en angle 121">
            <a:extLst>
              <a:ext uri="{FF2B5EF4-FFF2-40B4-BE49-F238E27FC236}">
                <a16:creationId xmlns:a16="http://schemas.microsoft.com/office/drawing/2014/main" id="{DF7776A2-190C-4F25-AB9D-B57AB6AE0436}"/>
              </a:ext>
            </a:extLst>
          </p:cNvPr>
          <p:cNvCxnSpPr>
            <a:cxnSpLocks/>
          </p:cNvCxnSpPr>
          <p:nvPr/>
        </p:nvCxnSpPr>
        <p:spPr>
          <a:xfrm rot="5400000">
            <a:off x="4817312" y="2069737"/>
            <a:ext cx="882779" cy="808142"/>
          </a:xfrm>
          <a:prstGeom prst="bentConnector3">
            <a:avLst>
              <a:gd name="adj1" fmla="val -56109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Connecteur : en angle 112">
            <a:extLst>
              <a:ext uri="{FF2B5EF4-FFF2-40B4-BE49-F238E27FC236}">
                <a16:creationId xmlns:a16="http://schemas.microsoft.com/office/drawing/2014/main" id="{327832C0-533D-49D2-8029-0D19E4EAAC46}"/>
              </a:ext>
            </a:extLst>
          </p:cNvPr>
          <p:cNvCxnSpPr>
            <a:cxnSpLocks/>
          </p:cNvCxnSpPr>
          <p:nvPr/>
        </p:nvCxnSpPr>
        <p:spPr>
          <a:xfrm rot="16200000" flipV="1">
            <a:off x="4923805" y="4331289"/>
            <a:ext cx="440583" cy="287776"/>
          </a:xfrm>
          <a:prstGeom prst="bentConnector3">
            <a:avLst>
              <a:gd name="adj1" fmla="val -7545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4" name="ZoneTexte 143">
            <a:extLst>
              <a:ext uri="{FF2B5EF4-FFF2-40B4-BE49-F238E27FC236}">
                <a16:creationId xmlns:a16="http://schemas.microsoft.com/office/drawing/2014/main" id="{13523EA8-21F6-44D8-BF72-842A72777009}"/>
              </a:ext>
            </a:extLst>
          </p:cNvPr>
          <p:cNvSpPr txBox="1"/>
          <p:nvPr/>
        </p:nvSpPr>
        <p:spPr>
          <a:xfrm>
            <a:off x="3033441" y="1565872"/>
            <a:ext cx="1849557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Orange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primaire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B17BA53E-D46F-4DA1-BAF4-85F903873BE9}"/>
              </a:ext>
            </a:extLst>
          </p:cNvPr>
          <p:cNvSpPr txBox="1"/>
          <p:nvPr/>
        </p:nvSpPr>
        <p:spPr>
          <a:xfrm>
            <a:off x="4748057" y="1998637"/>
            <a:ext cx="1849557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Orange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fonc</a:t>
            </a:r>
            <a:r>
              <a:rPr lang="fr-FR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20E3AD9E-A9C0-4E81-A07D-80BA40E6120E}"/>
              </a:ext>
            </a:extLst>
          </p:cNvPr>
          <p:cNvSpPr txBox="1"/>
          <p:nvPr/>
        </p:nvSpPr>
        <p:spPr>
          <a:xfrm>
            <a:off x="4716819" y="4418115"/>
            <a:ext cx="1849557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Orange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clair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7" name="Connecteur : en angle 146">
            <a:extLst>
              <a:ext uri="{FF2B5EF4-FFF2-40B4-BE49-F238E27FC236}">
                <a16:creationId xmlns:a16="http://schemas.microsoft.com/office/drawing/2014/main" id="{AAC79301-9D90-4F21-ADEC-A6FEDCABE12E}"/>
              </a:ext>
            </a:extLst>
          </p:cNvPr>
          <p:cNvCxnSpPr>
            <a:cxnSpLocks/>
          </p:cNvCxnSpPr>
          <p:nvPr/>
        </p:nvCxnSpPr>
        <p:spPr>
          <a:xfrm flipV="1">
            <a:off x="2867262" y="4431537"/>
            <a:ext cx="440583" cy="287776"/>
          </a:xfrm>
          <a:prstGeom prst="bentConnector3">
            <a:avLst>
              <a:gd name="adj1" fmla="val -7545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8" name="ZoneTexte 147">
            <a:extLst>
              <a:ext uri="{FF2B5EF4-FFF2-40B4-BE49-F238E27FC236}">
                <a16:creationId xmlns:a16="http://schemas.microsoft.com/office/drawing/2014/main" id="{C6FB54DF-507E-427E-B652-A6861F533458}"/>
              </a:ext>
            </a:extLst>
          </p:cNvPr>
          <p:cNvSpPr txBox="1"/>
          <p:nvPr/>
        </p:nvSpPr>
        <p:spPr>
          <a:xfrm>
            <a:off x="2267958" y="4553165"/>
            <a:ext cx="1849557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Noir</a:t>
            </a:r>
          </a:p>
        </p:txBody>
      </p:sp>
      <p:grpSp>
        <p:nvGrpSpPr>
          <p:cNvPr id="149" name="Groupe 148">
            <a:extLst>
              <a:ext uri="{FF2B5EF4-FFF2-40B4-BE49-F238E27FC236}">
                <a16:creationId xmlns:a16="http://schemas.microsoft.com/office/drawing/2014/main" id="{9087BBF2-AD0E-4521-8F43-9C52E5758998}"/>
              </a:ext>
            </a:extLst>
          </p:cNvPr>
          <p:cNvGrpSpPr/>
          <p:nvPr/>
        </p:nvGrpSpPr>
        <p:grpSpPr>
          <a:xfrm rot="16200000">
            <a:off x="5660838" y="2737850"/>
            <a:ext cx="1556246" cy="1655782"/>
            <a:chOff x="6283032" y="2219636"/>
            <a:chExt cx="4546734" cy="467608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6" name="Arc 155">
              <a:extLst>
                <a:ext uri="{FF2B5EF4-FFF2-40B4-BE49-F238E27FC236}">
                  <a16:creationId xmlns:a16="http://schemas.microsoft.com/office/drawing/2014/main" id="{CC83CC0E-7867-418C-A736-02EEF327F5F9}"/>
                </a:ext>
              </a:extLst>
            </p:cNvPr>
            <p:cNvSpPr/>
            <p:nvPr/>
          </p:nvSpPr>
          <p:spPr>
            <a:xfrm rot="8069694">
              <a:off x="6218357" y="2284311"/>
              <a:ext cx="4523684" cy="4394334"/>
            </a:xfrm>
            <a:prstGeom prst="arc">
              <a:avLst>
                <a:gd name="adj1" fmla="val 16200000"/>
                <a:gd name="adj2" fmla="val 15620405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57" name="Arc 156">
              <a:extLst>
                <a:ext uri="{FF2B5EF4-FFF2-40B4-BE49-F238E27FC236}">
                  <a16:creationId xmlns:a16="http://schemas.microsoft.com/office/drawing/2014/main" id="{4E702D71-A9F5-4293-B8D5-185EA65DF9ED}"/>
                </a:ext>
              </a:extLst>
            </p:cNvPr>
            <p:cNvSpPr/>
            <p:nvPr/>
          </p:nvSpPr>
          <p:spPr>
            <a:xfrm rot="8069694">
              <a:off x="6370757" y="2436711"/>
              <a:ext cx="4523684" cy="4394334"/>
            </a:xfrm>
            <a:prstGeom prst="arc">
              <a:avLst>
                <a:gd name="adj1" fmla="val 16200000"/>
                <a:gd name="adj2" fmla="val 15620405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4162100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0.00091 -0.8254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412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1.85185E-6 L 0.00065 -0.26967 " pathEditMode="relative" rAng="0" ptsTypes="AA">
                                      <p:cBhvr>
                                        <p:cTn id="9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13495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6" dur="12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2" dur="1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500"/>
                            </p:stCondLst>
                            <p:childTnLst>
                              <p:par>
                                <p:cTn id="4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8500"/>
                            </p:stCondLst>
                            <p:childTnLst>
                              <p:par>
                                <p:cTn id="6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90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9500"/>
                            </p:stCondLst>
                            <p:childTnLst>
                              <p:par>
                                <p:cTn id="6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500"/>
                            </p:stCondLst>
                            <p:childTnLst>
                              <p:par>
                                <p:cTn id="7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10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1500"/>
                            </p:stCondLst>
                            <p:childTnLst>
                              <p:par>
                                <p:cTn id="8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2500"/>
                            </p:stCondLst>
                            <p:childTnLst>
                              <p:par>
                                <p:cTn id="8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3000"/>
                            </p:stCondLst>
                            <p:childTnLst>
                              <p:par>
                                <p:cTn id="9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3500"/>
                            </p:stCondLst>
                            <p:childTnLst>
                              <p:par>
                                <p:cTn id="94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5" dur="1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4500"/>
                            </p:stCondLst>
                            <p:childTnLst>
                              <p:par>
                                <p:cTn id="97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2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2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7500"/>
                            </p:stCondLst>
                            <p:childTnLst>
                              <p:par>
                                <p:cTn id="102" presetID="8" presetClass="emph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Rot by="21600000">
                                      <p:cBhvr>
                                        <p:cTn id="103" dur="4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2500"/>
                            </p:stCondLst>
                            <p:childTnLst>
                              <p:par>
                                <p:cTn id="105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3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30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30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89" grpId="0" animBg="1"/>
      <p:bldP spid="90" grpId="0" animBg="1"/>
      <p:bldP spid="94" grpId="0" animBg="1"/>
      <p:bldP spid="79" grpId="0" animBg="1"/>
      <p:bldP spid="78" grpId="0" animBg="1"/>
      <p:bldP spid="71" grpId="0" animBg="1"/>
      <p:bldP spid="68" grpId="0" animBg="1"/>
      <p:bldP spid="144" grpId="0"/>
      <p:bldP spid="145" grpId="0"/>
      <p:bldP spid="146" grpId="0"/>
      <p:bldP spid="14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279611A7-5719-4531-B519-A2CF7CBEA761}"/>
              </a:ext>
            </a:extLst>
          </p:cNvPr>
          <p:cNvGrpSpPr/>
          <p:nvPr/>
        </p:nvGrpSpPr>
        <p:grpSpPr>
          <a:xfrm>
            <a:off x="787861" y="1508797"/>
            <a:ext cx="3235765" cy="334372"/>
            <a:chOff x="787861" y="1508797"/>
            <a:chExt cx="3235765" cy="334372"/>
          </a:xfrm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F82F37BA-E465-4B13-A120-4BE15E58DAF8}"/>
                </a:ext>
              </a:extLst>
            </p:cNvPr>
            <p:cNvSpPr/>
            <p:nvPr/>
          </p:nvSpPr>
          <p:spPr>
            <a:xfrm>
              <a:off x="1817987" y="1508797"/>
              <a:ext cx="1175514" cy="288878"/>
            </a:xfrm>
            <a:prstGeom prst="roundRect">
              <a:avLst/>
            </a:prstGeom>
            <a:solidFill>
              <a:srgbClr val="E06E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" name="Rectangle : coins arrondis 3">
              <a:extLst>
                <a:ext uri="{FF2B5EF4-FFF2-40B4-BE49-F238E27FC236}">
                  <a16:creationId xmlns:a16="http://schemas.microsoft.com/office/drawing/2014/main" id="{1A95D19F-DBC7-44A4-99E4-565DF138B726}"/>
                </a:ext>
              </a:extLst>
            </p:cNvPr>
            <p:cNvSpPr/>
            <p:nvPr/>
          </p:nvSpPr>
          <p:spPr>
            <a:xfrm>
              <a:off x="880273" y="1540916"/>
              <a:ext cx="3064848" cy="30044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6CE9D8DE-0273-4E1C-AE8E-1A24F3AA00AC}"/>
                </a:ext>
              </a:extLst>
            </p:cNvPr>
            <p:cNvSpPr txBox="1"/>
            <p:nvPr/>
          </p:nvSpPr>
          <p:spPr>
            <a:xfrm>
              <a:off x="787861" y="1535392"/>
              <a:ext cx="3235765" cy="307777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FONCTIONNALITÉS JAVASCRIPT</a:t>
              </a:r>
            </a:p>
          </p:txBody>
        </p: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BF2EC77B-2142-4DB5-B6CF-CEAF83ABBA24}"/>
              </a:ext>
            </a:extLst>
          </p:cNvPr>
          <p:cNvGrpSpPr/>
          <p:nvPr/>
        </p:nvGrpSpPr>
        <p:grpSpPr>
          <a:xfrm>
            <a:off x="-2040395" y="5636557"/>
            <a:ext cx="1767679" cy="703729"/>
            <a:chOff x="1893977" y="2477277"/>
            <a:chExt cx="2713703" cy="1178233"/>
          </a:xfrm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</p:grpSpPr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9636CD0A-3404-4B61-83B1-F4615BFE3CA7}"/>
                </a:ext>
              </a:extLst>
            </p:cNvPr>
            <p:cNvSpPr/>
            <p:nvPr/>
          </p:nvSpPr>
          <p:spPr>
            <a:xfrm>
              <a:off x="1893977" y="2477277"/>
              <a:ext cx="2713703" cy="1178233"/>
            </a:xfrm>
            <a:custGeom>
              <a:avLst/>
              <a:gdLst>
                <a:gd name="connsiteX0" fmla="*/ 589936 w 2713703"/>
                <a:gd name="connsiteY0" fmla="*/ 0 h 1178233"/>
                <a:gd name="connsiteX1" fmla="*/ 1079120 w 2713703"/>
                <a:gd name="connsiteY1" fmla="*/ 256846 h 1178233"/>
                <a:gd name="connsiteX2" fmla="*/ 1105254 w 2713703"/>
                <a:gd name="connsiteY2" fmla="*/ 304392 h 1178233"/>
                <a:gd name="connsiteX3" fmla="*/ 2131142 w 2713703"/>
                <a:gd name="connsiteY3" fmla="*/ 304392 h 1178233"/>
                <a:gd name="connsiteX4" fmla="*/ 2131142 w 2713703"/>
                <a:gd name="connsiteY4" fmla="*/ 13111 h 1178233"/>
                <a:gd name="connsiteX5" fmla="*/ 2713703 w 2713703"/>
                <a:gd name="connsiteY5" fmla="*/ 595672 h 1178233"/>
                <a:gd name="connsiteX6" fmla="*/ 2131142 w 2713703"/>
                <a:gd name="connsiteY6" fmla="*/ 1178233 h 1178233"/>
                <a:gd name="connsiteX7" fmla="*/ 2131142 w 2713703"/>
                <a:gd name="connsiteY7" fmla="*/ 886953 h 1178233"/>
                <a:gd name="connsiteX8" fmla="*/ 1090842 w 2713703"/>
                <a:gd name="connsiteY8" fmla="*/ 886953 h 1178233"/>
                <a:gd name="connsiteX9" fmla="*/ 1079120 w 2713703"/>
                <a:gd name="connsiteY9" fmla="*/ 908278 h 1178233"/>
                <a:gd name="connsiteX10" fmla="*/ 589936 w 2713703"/>
                <a:gd name="connsiteY10" fmla="*/ 1165124 h 1178233"/>
                <a:gd name="connsiteX11" fmla="*/ 0 w 2713703"/>
                <a:gd name="connsiteY11" fmla="*/ 582562 h 1178233"/>
                <a:gd name="connsiteX12" fmla="*/ 589936 w 2713703"/>
                <a:gd name="connsiteY12" fmla="*/ 0 h 1178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13703" h="1178233">
                  <a:moveTo>
                    <a:pt x="589936" y="0"/>
                  </a:moveTo>
                  <a:cubicBezTo>
                    <a:pt x="793569" y="0"/>
                    <a:pt x="973105" y="101884"/>
                    <a:pt x="1079120" y="256846"/>
                  </a:cubicBezTo>
                  <a:lnTo>
                    <a:pt x="1105254" y="304392"/>
                  </a:lnTo>
                  <a:lnTo>
                    <a:pt x="2131142" y="304392"/>
                  </a:lnTo>
                  <a:lnTo>
                    <a:pt x="2131142" y="13111"/>
                  </a:lnTo>
                  <a:lnTo>
                    <a:pt x="2713703" y="595672"/>
                  </a:lnTo>
                  <a:lnTo>
                    <a:pt x="2131142" y="1178233"/>
                  </a:lnTo>
                  <a:lnTo>
                    <a:pt x="2131142" y="886953"/>
                  </a:lnTo>
                  <a:lnTo>
                    <a:pt x="1090842" y="886953"/>
                  </a:lnTo>
                  <a:lnTo>
                    <a:pt x="1079120" y="908278"/>
                  </a:lnTo>
                  <a:cubicBezTo>
                    <a:pt x="973105" y="1063241"/>
                    <a:pt x="793569" y="1165124"/>
                    <a:pt x="589936" y="1165124"/>
                  </a:cubicBezTo>
                  <a:cubicBezTo>
                    <a:pt x="264123" y="1165124"/>
                    <a:pt x="0" y="904302"/>
                    <a:pt x="0" y="582562"/>
                  </a:cubicBezTo>
                  <a:cubicBezTo>
                    <a:pt x="0" y="260822"/>
                    <a:pt x="264123" y="0"/>
                    <a:pt x="589936" y="0"/>
                  </a:cubicBezTo>
                  <a:close/>
                </a:path>
              </a:pathLst>
            </a:custGeom>
            <a:solidFill>
              <a:srgbClr val="FF7A00"/>
            </a:solidFill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8793F7AF-ECA4-4AD8-8CFC-0D2AB9FDA266}"/>
                </a:ext>
              </a:extLst>
            </p:cNvPr>
            <p:cNvSpPr/>
            <p:nvPr/>
          </p:nvSpPr>
          <p:spPr>
            <a:xfrm>
              <a:off x="2046514" y="2640294"/>
              <a:ext cx="883298" cy="852197"/>
            </a:xfrm>
            <a:prstGeom prst="ellipse">
              <a:avLst/>
            </a:prstGeom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9753B200-CD98-45E7-AEBA-1894656648C9}"/>
              </a:ext>
            </a:extLst>
          </p:cNvPr>
          <p:cNvGrpSpPr/>
          <p:nvPr/>
        </p:nvGrpSpPr>
        <p:grpSpPr>
          <a:xfrm>
            <a:off x="-2040396" y="4677610"/>
            <a:ext cx="1767679" cy="703729"/>
            <a:chOff x="1893977" y="2477277"/>
            <a:chExt cx="2713703" cy="1178233"/>
          </a:xfrm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</p:grpSpPr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39DD1576-C7D1-4D33-8ECC-19DA78A5951B}"/>
                </a:ext>
              </a:extLst>
            </p:cNvPr>
            <p:cNvSpPr/>
            <p:nvPr/>
          </p:nvSpPr>
          <p:spPr>
            <a:xfrm>
              <a:off x="1893977" y="2477277"/>
              <a:ext cx="2713703" cy="1178233"/>
            </a:xfrm>
            <a:custGeom>
              <a:avLst/>
              <a:gdLst>
                <a:gd name="connsiteX0" fmla="*/ 589936 w 2713703"/>
                <a:gd name="connsiteY0" fmla="*/ 0 h 1178233"/>
                <a:gd name="connsiteX1" fmla="*/ 1079120 w 2713703"/>
                <a:gd name="connsiteY1" fmla="*/ 256846 h 1178233"/>
                <a:gd name="connsiteX2" fmla="*/ 1105254 w 2713703"/>
                <a:gd name="connsiteY2" fmla="*/ 304392 h 1178233"/>
                <a:gd name="connsiteX3" fmla="*/ 2131142 w 2713703"/>
                <a:gd name="connsiteY3" fmla="*/ 304392 h 1178233"/>
                <a:gd name="connsiteX4" fmla="*/ 2131142 w 2713703"/>
                <a:gd name="connsiteY4" fmla="*/ 13111 h 1178233"/>
                <a:gd name="connsiteX5" fmla="*/ 2713703 w 2713703"/>
                <a:gd name="connsiteY5" fmla="*/ 595672 h 1178233"/>
                <a:gd name="connsiteX6" fmla="*/ 2131142 w 2713703"/>
                <a:gd name="connsiteY6" fmla="*/ 1178233 h 1178233"/>
                <a:gd name="connsiteX7" fmla="*/ 2131142 w 2713703"/>
                <a:gd name="connsiteY7" fmla="*/ 886953 h 1178233"/>
                <a:gd name="connsiteX8" fmla="*/ 1090842 w 2713703"/>
                <a:gd name="connsiteY8" fmla="*/ 886953 h 1178233"/>
                <a:gd name="connsiteX9" fmla="*/ 1079120 w 2713703"/>
                <a:gd name="connsiteY9" fmla="*/ 908278 h 1178233"/>
                <a:gd name="connsiteX10" fmla="*/ 589936 w 2713703"/>
                <a:gd name="connsiteY10" fmla="*/ 1165124 h 1178233"/>
                <a:gd name="connsiteX11" fmla="*/ 0 w 2713703"/>
                <a:gd name="connsiteY11" fmla="*/ 582562 h 1178233"/>
                <a:gd name="connsiteX12" fmla="*/ 589936 w 2713703"/>
                <a:gd name="connsiteY12" fmla="*/ 0 h 1178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13703" h="1178233">
                  <a:moveTo>
                    <a:pt x="589936" y="0"/>
                  </a:moveTo>
                  <a:cubicBezTo>
                    <a:pt x="793569" y="0"/>
                    <a:pt x="973105" y="101884"/>
                    <a:pt x="1079120" y="256846"/>
                  </a:cubicBezTo>
                  <a:lnTo>
                    <a:pt x="1105254" y="304392"/>
                  </a:lnTo>
                  <a:lnTo>
                    <a:pt x="2131142" y="304392"/>
                  </a:lnTo>
                  <a:lnTo>
                    <a:pt x="2131142" y="13111"/>
                  </a:lnTo>
                  <a:lnTo>
                    <a:pt x="2713703" y="595672"/>
                  </a:lnTo>
                  <a:lnTo>
                    <a:pt x="2131142" y="1178233"/>
                  </a:lnTo>
                  <a:lnTo>
                    <a:pt x="2131142" y="886953"/>
                  </a:lnTo>
                  <a:lnTo>
                    <a:pt x="1090842" y="886953"/>
                  </a:lnTo>
                  <a:lnTo>
                    <a:pt x="1079120" y="908278"/>
                  </a:lnTo>
                  <a:cubicBezTo>
                    <a:pt x="973105" y="1063241"/>
                    <a:pt x="793569" y="1165124"/>
                    <a:pt x="589936" y="1165124"/>
                  </a:cubicBezTo>
                  <a:cubicBezTo>
                    <a:pt x="264123" y="1165124"/>
                    <a:pt x="0" y="904302"/>
                    <a:pt x="0" y="582562"/>
                  </a:cubicBezTo>
                  <a:cubicBezTo>
                    <a:pt x="0" y="260822"/>
                    <a:pt x="264123" y="0"/>
                    <a:pt x="589936" y="0"/>
                  </a:cubicBezTo>
                  <a:close/>
                </a:path>
              </a:pathLst>
            </a:custGeom>
            <a:solidFill>
              <a:srgbClr val="FF7A00"/>
            </a:solidFill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DB29F8AA-4D19-442B-85DF-B3704725883D}"/>
                </a:ext>
              </a:extLst>
            </p:cNvPr>
            <p:cNvSpPr/>
            <p:nvPr/>
          </p:nvSpPr>
          <p:spPr>
            <a:xfrm>
              <a:off x="2046514" y="2640294"/>
              <a:ext cx="883298" cy="852197"/>
            </a:xfrm>
            <a:prstGeom prst="ellipse">
              <a:avLst/>
            </a:prstGeom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34B41FD4-43F2-4E14-ADA7-E121C69415B6}"/>
              </a:ext>
            </a:extLst>
          </p:cNvPr>
          <p:cNvGrpSpPr/>
          <p:nvPr/>
        </p:nvGrpSpPr>
        <p:grpSpPr>
          <a:xfrm>
            <a:off x="-2040396" y="3670700"/>
            <a:ext cx="1767679" cy="703729"/>
            <a:chOff x="1893977" y="2477277"/>
            <a:chExt cx="2713703" cy="1178233"/>
          </a:xfrm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</p:grpSpPr>
        <p:sp>
          <p:nvSpPr>
            <p:cNvPr id="38" name="Forme libre : forme 37">
              <a:extLst>
                <a:ext uri="{FF2B5EF4-FFF2-40B4-BE49-F238E27FC236}">
                  <a16:creationId xmlns:a16="http://schemas.microsoft.com/office/drawing/2014/main" id="{E31C1324-4662-4EF6-981D-7F1C5FCFB8D3}"/>
                </a:ext>
              </a:extLst>
            </p:cNvPr>
            <p:cNvSpPr/>
            <p:nvPr/>
          </p:nvSpPr>
          <p:spPr>
            <a:xfrm>
              <a:off x="1893977" y="2477277"/>
              <a:ext cx="2713703" cy="1178233"/>
            </a:xfrm>
            <a:custGeom>
              <a:avLst/>
              <a:gdLst>
                <a:gd name="connsiteX0" fmla="*/ 589936 w 2713703"/>
                <a:gd name="connsiteY0" fmla="*/ 0 h 1178233"/>
                <a:gd name="connsiteX1" fmla="*/ 1079120 w 2713703"/>
                <a:gd name="connsiteY1" fmla="*/ 256846 h 1178233"/>
                <a:gd name="connsiteX2" fmla="*/ 1105254 w 2713703"/>
                <a:gd name="connsiteY2" fmla="*/ 304392 h 1178233"/>
                <a:gd name="connsiteX3" fmla="*/ 2131142 w 2713703"/>
                <a:gd name="connsiteY3" fmla="*/ 304392 h 1178233"/>
                <a:gd name="connsiteX4" fmla="*/ 2131142 w 2713703"/>
                <a:gd name="connsiteY4" fmla="*/ 13111 h 1178233"/>
                <a:gd name="connsiteX5" fmla="*/ 2713703 w 2713703"/>
                <a:gd name="connsiteY5" fmla="*/ 595672 h 1178233"/>
                <a:gd name="connsiteX6" fmla="*/ 2131142 w 2713703"/>
                <a:gd name="connsiteY6" fmla="*/ 1178233 h 1178233"/>
                <a:gd name="connsiteX7" fmla="*/ 2131142 w 2713703"/>
                <a:gd name="connsiteY7" fmla="*/ 886953 h 1178233"/>
                <a:gd name="connsiteX8" fmla="*/ 1090842 w 2713703"/>
                <a:gd name="connsiteY8" fmla="*/ 886953 h 1178233"/>
                <a:gd name="connsiteX9" fmla="*/ 1079120 w 2713703"/>
                <a:gd name="connsiteY9" fmla="*/ 908278 h 1178233"/>
                <a:gd name="connsiteX10" fmla="*/ 589936 w 2713703"/>
                <a:gd name="connsiteY10" fmla="*/ 1165124 h 1178233"/>
                <a:gd name="connsiteX11" fmla="*/ 0 w 2713703"/>
                <a:gd name="connsiteY11" fmla="*/ 582562 h 1178233"/>
                <a:gd name="connsiteX12" fmla="*/ 589936 w 2713703"/>
                <a:gd name="connsiteY12" fmla="*/ 0 h 1178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13703" h="1178233">
                  <a:moveTo>
                    <a:pt x="589936" y="0"/>
                  </a:moveTo>
                  <a:cubicBezTo>
                    <a:pt x="793569" y="0"/>
                    <a:pt x="973105" y="101884"/>
                    <a:pt x="1079120" y="256846"/>
                  </a:cubicBezTo>
                  <a:lnTo>
                    <a:pt x="1105254" y="304392"/>
                  </a:lnTo>
                  <a:lnTo>
                    <a:pt x="2131142" y="304392"/>
                  </a:lnTo>
                  <a:lnTo>
                    <a:pt x="2131142" y="13111"/>
                  </a:lnTo>
                  <a:lnTo>
                    <a:pt x="2713703" y="595672"/>
                  </a:lnTo>
                  <a:lnTo>
                    <a:pt x="2131142" y="1178233"/>
                  </a:lnTo>
                  <a:lnTo>
                    <a:pt x="2131142" y="886953"/>
                  </a:lnTo>
                  <a:lnTo>
                    <a:pt x="1090842" y="886953"/>
                  </a:lnTo>
                  <a:lnTo>
                    <a:pt x="1079120" y="908278"/>
                  </a:lnTo>
                  <a:cubicBezTo>
                    <a:pt x="973105" y="1063241"/>
                    <a:pt x="793569" y="1165124"/>
                    <a:pt x="589936" y="1165124"/>
                  </a:cubicBezTo>
                  <a:cubicBezTo>
                    <a:pt x="264123" y="1165124"/>
                    <a:pt x="0" y="904302"/>
                    <a:pt x="0" y="582562"/>
                  </a:cubicBezTo>
                  <a:cubicBezTo>
                    <a:pt x="0" y="260822"/>
                    <a:pt x="264123" y="0"/>
                    <a:pt x="589936" y="0"/>
                  </a:cubicBezTo>
                  <a:close/>
                </a:path>
              </a:pathLst>
            </a:custGeom>
            <a:solidFill>
              <a:srgbClr val="FF7A00"/>
            </a:solidFill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908A72F8-CD94-452C-B605-23938B364733}"/>
                </a:ext>
              </a:extLst>
            </p:cNvPr>
            <p:cNvSpPr/>
            <p:nvPr/>
          </p:nvSpPr>
          <p:spPr>
            <a:xfrm>
              <a:off x="2046514" y="2640294"/>
              <a:ext cx="883298" cy="852197"/>
            </a:xfrm>
            <a:prstGeom prst="ellipse">
              <a:avLst/>
            </a:prstGeom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45121BAC-99A9-46F5-9AAD-3F1D550D98F2}"/>
              </a:ext>
            </a:extLst>
          </p:cNvPr>
          <p:cNvGrpSpPr/>
          <p:nvPr/>
        </p:nvGrpSpPr>
        <p:grpSpPr>
          <a:xfrm>
            <a:off x="-2040396" y="2645335"/>
            <a:ext cx="1767679" cy="703729"/>
            <a:chOff x="1893977" y="2477277"/>
            <a:chExt cx="2713703" cy="1178233"/>
          </a:xfrm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</p:grpSpPr>
        <p:sp>
          <p:nvSpPr>
            <p:cNvPr id="41" name="Forme libre : forme 40">
              <a:extLst>
                <a:ext uri="{FF2B5EF4-FFF2-40B4-BE49-F238E27FC236}">
                  <a16:creationId xmlns:a16="http://schemas.microsoft.com/office/drawing/2014/main" id="{7D69E104-E62C-4365-94EA-1D15231B8B31}"/>
                </a:ext>
              </a:extLst>
            </p:cNvPr>
            <p:cNvSpPr/>
            <p:nvPr/>
          </p:nvSpPr>
          <p:spPr>
            <a:xfrm>
              <a:off x="1893977" y="2477277"/>
              <a:ext cx="2713703" cy="1178233"/>
            </a:xfrm>
            <a:custGeom>
              <a:avLst/>
              <a:gdLst>
                <a:gd name="connsiteX0" fmla="*/ 589936 w 2713703"/>
                <a:gd name="connsiteY0" fmla="*/ 0 h 1178233"/>
                <a:gd name="connsiteX1" fmla="*/ 1079120 w 2713703"/>
                <a:gd name="connsiteY1" fmla="*/ 256846 h 1178233"/>
                <a:gd name="connsiteX2" fmla="*/ 1105254 w 2713703"/>
                <a:gd name="connsiteY2" fmla="*/ 304392 h 1178233"/>
                <a:gd name="connsiteX3" fmla="*/ 2131142 w 2713703"/>
                <a:gd name="connsiteY3" fmla="*/ 304392 h 1178233"/>
                <a:gd name="connsiteX4" fmla="*/ 2131142 w 2713703"/>
                <a:gd name="connsiteY4" fmla="*/ 13111 h 1178233"/>
                <a:gd name="connsiteX5" fmla="*/ 2713703 w 2713703"/>
                <a:gd name="connsiteY5" fmla="*/ 595672 h 1178233"/>
                <a:gd name="connsiteX6" fmla="*/ 2131142 w 2713703"/>
                <a:gd name="connsiteY6" fmla="*/ 1178233 h 1178233"/>
                <a:gd name="connsiteX7" fmla="*/ 2131142 w 2713703"/>
                <a:gd name="connsiteY7" fmla="*/ 886953 h 1178233"/>
                <a:gd name="connsiteX8" fmla="*/ 1090842 w 2713703"/>
                <a:gd name="connsiteY8" fmla="*/ 886953 h 1178233"/>
                <a:gd name="connsiteX9" fmla="*/ 1079120 w 2713703"/>
                <a:gd name="connsiteY9" fmla="*/ 908278 h 1178233"/>
                <a:gd name="connsiteX10" fmla="*/ 589936 w 2713703"/>
                <a:gd name="connsiteY10" fmla="*/ 1165124 h 1178233"/>
                <a:gd name="connsiteX11" fmla="*/ 0 w 2713703"/>
                <a:gd name="connsiteY11" fmla="*/ 582562 h 1178233"/>
                <a:gd name="connsiteX12" fmla="*/ 589936 w 2713703"/>
                <a:gd name="connsiteY12" fmla="*/ 0 h 1178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13703" h="1178233">
                  <a:moveTo>
                    <a:pt x="589936" y="0"/>
                  </a:moveTo>
                  <a:cubicBezTo>
                    <a:pt x="793569" y="0"/>
                    <a:pt x="973105" y="101884"/>
                    <a:pt x="1079120" y="256846"/>
                  </a:cubicBezTo>
                  <a:lnTo>
                    <a:pt x="1105254" y="304392"/>
                  </a:lnTo>
                  <a:lnTo>
                    <a:pt x="2131142" y="304392"/>
                  </a:lnTo>
                  <a:lnTo>
                    <a:pt x="2131142" y="13111"/>
                  </a:lnTo>
                  <a:lnTo>
                    <a:pt x="2713703" y="595672"/>
                  </a:lnTo>
                  <a:lnTo>
                    <a:pt x="2131142" y="1178233"/>
                  </a:lnTo>
                  <a:lnTo>
                    <a:pt x="2131142" y="886953"/>
                  </a:lnTo>
                  <a:lnTo>
                    <a:pt x="1090842" y="886953"/>
                  </a:lnTo>
                  <a:lnTo>
                    <a:pt x="1079120" y="908278"/>
                  </a:lnTo>
                  <a:cubicBezTo>
                    <a:pt x="973105" y="1063241"/>
                    <a:pt x="793569" y="1165124"/>
                    <a:pt x="589936" y="1165124"/>
                  </a:cubicBezTo>
                  <a:cubicBezTo>
                    <a:pt x="264123" y="1165124"/>
                    <a:pt x="0" y="904302"/>
                    <a:pt x="0" y="582562"/>
                  </a:cubicBezTo>
                  <a:cubicBezTo>
                    <a:pt x="0" y="260822"/>
                    <a:pt x="264123" y="0"/>
                    <a:pt x="589936" y="0"/>
                  </a:cubicBezTo>
                  <a:close/>
                </a:path>
              </a:pathLst>
            </a:custGeom>
            <a:solidFill>
              <a:srgbClr val="FF7A00"/>
            </a:solidFill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89929D6A-24D5-4311-B8DE-ACEDEC676F7B}"/>
                </a:ext>
              </a:extLst>
            </p:cNvPr>
            <p:cNvSpPr/>
            <p:nvPr/>
          </p:nvSpPr>
          <p:spPr>
            <a:xfrm>
              <a:off x="2046514" y="2640294"/>
              <a:ext cx="883298" cy="852197"/>
            </a:xfrm>
            <a:prstGeom prst="ellipse">
              <a:avLst/>
            </a:prstGeom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20ED977B-964D-49C8-B833-43DCCD36DD78}"/>
              </a:ext>
            </a:extLst>
          </p:cNvPr>
          <p:cNvGrpSpPr/>
          <p:nvPr/>
        </p:nvGrpSpPr>
        <p:grpSpPr>
          <a:xfrm>
            <a:off x="13099473" y="1679912"/>
            <a:ext cx="1767679" cy="703729"/>
            <a:chOff x="1893977" y="2477277"/>
            <a:chExt cx="2713703" cy="1178233"/>
          </a:xfrm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</p:grpSpPr>
        <p:sp>
          <p:nvSpPr>
            <p:cNvPr id="44" name="Forme libre : forme 43">
              <a:extLst>
                <a:ext uri="{FF2B5EF4-FFF2-40B4-BE49-F238E27FC236}">
                  <a16:creationId xmlns:a16="http://schemas.microsoft.com/office/drawing/2014/main" id="{41718E8B-AC8F-4301-A4AC-5EC01130136E}"/>
                </a:ext>
              </a:extLst>
            </p:cNvPr>
            <p:cNvSpPr/>
            <p:nvPr/>
          </p:nvSpPr>
          <p:spPr>
            <a:xfrm>
              <a:off x="1893977" y="2477277"/>
              <a:ext cx="2713703" cy="1178233"/>
            </a:xfrm>
            <a:custGeom>
              <a:avLst/>
              <a:gdLst>
                <a:gd name="connsiteX0" fmla="*/ 589936 w 2713703"/>
                <a:gd name="connsiteY0" fmla="*/ 0 h 1178233"/>
                <a:gd name="connsiteX1" fmla="*/ 1079120 w 2713703"/>
                <a:gd name="connsiteY1" fmla="*/ 256846 h 1178233"/>
                <a:gd name="connsiteX2" fmla="*/ 1105254 w 2713703"/>
                <a:gd name="connsiteY2" fmla="*/ 304392 h 1178233"/>
                <a:gd name="connsiteX3" fmla="*/ 2131142 w 2713703"/>
                <a:gd name="connsiteY3" fmla="*/ 304392 h 1178233"/>
                <a:gd name="connsiteX4" fmla="*/ 2131142 w 2713703"/>
                <a:gd name="connsiteY4" fmla="*/ 13111 h 1178233"/>
                <a:gd name="connsiteX5" fmla="*/ 2713703 w 2713703"/>
                <a:gd name="connsiteY5" fmla="*/ 595672 h 1178233"/>
                <a:gd name="connsiteX6" fmla="*/ 2131142 w 2713703"/>
                <a:gd name="connsiteY6" fmla="*/ 1178233 h 1178233"/>
                <a:gd name="connsiteX7" fmla="*/ 2131142 w 2713703"/>
                <a:gd name="connsiteY7" fmla="*/ 886953 h 1178233"/>
                <a:gd name="connsiteX8" fmla="*/ 1090842 w 2713703"/>
                <a:gd name="connsiteY8" fmla="*/ 886953 h 1178233"/>
                <a:gd name="connsiteX9" fmla="*/ 1079120 w 2713703"/>
                <a:gd name="connsiteY9" fmla="*/ 908278 h 1178233"/>
                <a:gd name="connsiteX10" fmla="*/ 589936 w 2713703"/>
                <a:gd name="connsiteY10" fmla="*/ 1165124 h 1178233"/>
                <a:gd name="connsiteX11" fmla="*/ 0 w 2713703"/>
                <a:gd name="connsiteY11" fmla="*/ 582562 h 1178233"/>
                <a:gd name="connsiteX12" fmla="*/ 589936 w 2713703"/>
                <a:gd name="connsiteY12" fmla="*/ 0 h 1178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13703" h="1178233">
                  <a:moveTo>
                    <a:pt x="589936" y="0"/>
                  </a:moveTo>
                  <a:cubicBezTo>
                    <a:pt x="793569" y="0"/>
                    <a:pt x="973105" y="101884"/>
                    <a:pt x="1079120" y="256846"/>
                  </a:cubicBezTo>
                  <a:lnTo>
                    <a:pt x="1105254" y="304392"/>
                  </a:lnTo>
                  <a:lnTo>
                    <a:pt x="2131142" y="304392"/>
                  </a:lnTo>
                  <a:lnTo>
                    <a:pt x="2131142" y="13111"/>
                  </a:lnTo>
                  <a:lnTo>
                    <a:pt x="2713703" y="595672"/>
                  </a:lnTo>
                  <a:lnTo>
                    <a:pt x="2131142" y="1178233"/>
                  </a:lnTo>
                  <a:lnTo>
                    <a:pt x="2131142" y="886953"/>
                  </a:lnTo>
                  <a:lnTo>
                    <a:pt x="1090842" y="886953"/>
                  </a:lnTo>
                  <a:lnTo>
                    <a:pt x="1079120" y="908278"/>
                  </a:lnTo>
                  <a:cubicBezTo>
                    <a:pt x="973105" y="1063241"/>
                    <a:pt x="793569" y="1165124"/>
                    <a:pt x="589936" y="1165124"/>
                  </a:cubicBezTo>
                  <a:cubicBezTo>
                    <a:pt x="264123" y="1165124"/>
                    <a:pt x="0" y="904302"/>
                    <a:pt x="0" y="582562"/>
                  </a:cubicBezTo>
                  <a:cubicBezTo>
                    <a:pt x="0" y="260822"/>
                    <a:pt x="264123" y="0"/>
                    <a:pt x="589936" y="0"/>
                  </a:cubicBezTo>
                  <a:close/>
                </a:path>
              </a:pathLst>
            </a:custGeom>
            <a:solidFill>
              <a:srgbClr val="FF7A00"/>
            </a:solidFill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AD97BD90-2611-4E2B-87F9-CDC48B5593DD}"/>
                </a:ext>
              </a:extLst>
            </p:cNvPr>
            <p:cNvSpPr/>
            <p:nvPr/>
          </p:nvSpPr>
          <p:spPr>
            <a:xfrm>
              <a:off x="2046514" y="2640294"/>
              <a:ext cx="883298" cy="852197"/>
            </a:xfrm>
            <a:prstGeom prst="ellipse">
              <a:avLst/>
            </a:prstGeom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2C9146D8-395B-40F7-9ED5-7594045C83AA}"/>
              </a:ext>
            </a:extLst>
          </p:cNvPr>
          <p:cNvGrpSpPr/>
          <p:nvPr/>
        </p:nvGrpSpPr>
        <p:grpSpPr>
          <a:xfrm>
            <a:off x="13774205" y="756767"/>
            <a:ext cx="1767679" cy="703729"/>
            <a:chOff x="1893977" y="2477277"/>
            <a:chExt cx="2713703" cy="1178233"/>
          </a:xfrm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</p:grpSpPr>
        <p:sp>
          <p:nvSpPr>
            <p:cNvPr id="48" name="Forme libre : forme 47">
              <a:extLst>
                <a:ext uri="{FF2B5EF4-FFF2-40B4-BE49-F238E27FC236}">
                  <a16:creationId xmlns:a16="http://schemas.microsoft.com/office/drawing/2014/main" id="{3ED8981F-4720-43B7-823F-539A8F9B9297}"/>
                </a:ext>
              </a:extLst>
            </p:cNvPr>
            <p:cNvSpPr/>
            <p:nvPr/>
          </p:nvSpPr>
          <p:spPr>
            <a:xfrm>
              <a:off x="1893977" y="2477277"/>
              <a:ext cx="2713703" cy="1178233"/>
            </a:xfrm>
            <a:custGeom>
              <a:avLst/>
              <a:gdLst>
                <a:gd name="connsiteX0" fmla="*/ 589936 w 2713703"/>
                <a:gd name="connsiteY0" fmla="*/ 0 h 1178233"/>
                <a:gd name="connsiteX1" fmla="*/ 1079120 w 2713703"/>
                <a:gd name="connsiteY1" fmla="*/ 256846 h 1178233"/>
                <a:gd name="connsiteX2" fmla="*/ 1105254 w 2713703"/>
                <a:gd name="connsiteY2" fmla="*/ 304392 h 1178233"/>
                <a:gd name="connsiteX3" fmla="*/ 2131142 w 2713703"/>
                <a:gd name="connsiteY3" fmla="*/ 304392 h 1178233"/>
                <a:gd name="connsiteX4" fmla="*/ 2131142 w 2713703"/>
                <a:gd name="connsiteY4" fmla="*/ 13111 h 1178233"/>
                <a:gd name="connsiteX5" fmla="*/ 2713703 w 2713703"/>
                <a:gd name="connsiteY5" fmla="*/ 595672 h 1178233"/>
                <a:gd name="connsiteX6" fmla="*/ 2131142 w 2713703"/>
                <a:gd name="connsiteY6" fmla="*/ 1178233 h 1178233"/>
                <a:gd name="connsiteX7" fmla="*/ 2131142 w 2713703"/>
                <a:gd name="connsiteY7" fmla="*/ 886953 h 1178233"/>
                <a:gd name="connsiteX8" fmla="*/ 1090842 w 2713703"/>
                <a:gd name="connsiteY8" fmla="*/ 886953 h 1178233"/>
                <a:gd name="connsiteX9" fmla="*/ 1079120 w 2713703"/>
                <a:gd name="connsiteY9" fmla="*/ 908278 h 1178233"/>
                <a:gd name="connsiteX10" fmla="*/ 589936 w 2713703"/>
                <a:gd name="connsiteY10" fmla="*/ 1165124 h 1178233"/>
                <a:gd name="connsiteX11" fmla="*/ 0 w 2713703"/>
                <a:gd name="connsiteY11" fmla="*/ 582562 h 1178233"/>
                <a:gd name="connsiteX12" fmla="*/ 589936 w 2713703"/>
                <a:gd name="connsiteY12" fmla="*/ 0 h 1178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13703" h="1178233">
                  <a:moveTo>
                    <a:pt x="589936" y="0"/>
                  </a:moveTo>
                  <a:cubicBezTo>
                    <a:pt x="793569" y="0"/>
                    <a:pt x="973105" y="101884"/>
                    <a:pt x="1079120" y="256846"/>
                  </a:cubicBezTo>
                  <a:lnTo>
                    <a:pt x="1105254" y="304392"/>
                  </a:lnTo>
                  <a:lnTo>
                    <a:pt x="2131142" y="304392"/>
                  </a:lnTo>
                  <a:lnTo>
                    <a:pt x="2131142" y="13111"/>
                  </a:lnTo>
                  <a:lnTo>
                    <a:pt x="2713703" y="595672"/>
                  </a:lnTo>
                  <a:lnTo>
                    <a:pt x="2131142" y="1178233"/>
                  </a:lnTo>
                  <a:lnTo>
                    <a:pt x="2131142" y="886953"/>
                  </a:lnTo>
                  <a:lnTo>
                    <a:pt x="1090842" y="886953"/>
                  </a:lnTo>
                  <a:lnTo>
                    <a:pt x="1079120" y="908278"/>
                  </a:lnTo>
                  <a:cubicBezTo>
                    <a:pt x="973105" y="1063241"/>
                    <a:pt x="793569" y="1165124"/>
                    <a:pt x="589936" y="1165124"/>
                  </a:cubicBezTo>
                  <a:cubicBezTo>
                    <a:pt x="264123" y="1165124"/>
                    <a:pt x="0" y="904302"/>
                    <a:pt x="0" y="582562"/>
                  </a:cubicBezTo>
                  <a:cubicBezTo>
                    <a:pt x="0" y="260822"/>
                    <a:pt x="264123" y="0"/>
                    <a:pt x="589936" y="0"/>
                  </a:cubicBezTo>
                  <a:close/>
                </a:path>
              </a:pathLst>
            </a:custGeom>
            <a:solidFill>
              <a:srgbClr val="FF7A00"/>
            </a:solidFill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315083F6-A5EF-40B6-85F4-9DE44A32A749}"/>
                </a:ext>
              </a:extLst>
            </p:cNvPr>
            <p:cNvSpPr/>
            <p:nvPr/>
          </p:nvSpPr>
          <p:spPr>
            <a:xfrm>
              <a:off x="2046514" y="2640294"/>
              <a:ext cx="883298" cy="852197"/>
            </a:xfrm>
            <a:prstGeom prst="ellipse">
              <a:avLst/>
            </a:prstGeom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50" name="ZoneTexte 49">
            <a:extLst>
              <a:ext uri="{FF2B5EF4-FFF2-40B4-BE49-F238E27FC236}">
                <a16:creationId xmlns:a16="http://schemas.microsoft.com/office/drawing/2014/main" id="{C5B7CACE-B7AD-4ABC-B19D-0E0D0F4AC218}"/>
              </a:ext>
            </a:extLst>
          </p:cNvPr>
          <p:cNvSpPr txBox="1"/>
          <p:nvPr/>
        </p:nvSpPr>
        <p:spPr>
          <a:xfrm>
            <a:off x="1352158" y="5834532"/>
            <a:ext cx="626935" cy="30777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56BC7AFB-F99F-49A8-BCEF-0460EFBB6777}"/>
              </a:ext>
            </a:extLst>
          </p:cNvPr>
          <p:cNvSpPr txBox="1"/>
          <p:nvPr/>
        </p:nvSpPr>
        <p:spPr>
          <a:xfrm>
            <a:off x="2383108" y="4895089"/>
            <a:ext cx="626935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3ED2C3B0-91C7-40D4-968F-A3500C68696C}"/>
              </a:ext>
            </a:extLst>
          </p:cNvPr>
          <p:cNvSpPr txBox="1"/>
          <p:nvPr/>
        </p:nvSpPr>
        <p:spPr>
          <a:xfrm>
            <a:off x="3430142" y="3895699"/>
            <a:ext cx="626935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0E681DC5-85F2-4073-8EF1-E6F51992A6B0}"/>
              </a:ext>
            </a:extLst>
          </p:cNvPr>
          <p:cNvSpPr txBox="1"/>
          <p:nvPr/>
        </p:nvSpPr>
        <p:spPr>
          <a:xfrm>
            <a:off x="4525815" y="2843310"/>
            <a:ext cx="626935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D0045923-3882-4279-BDE8-D29D3CF21059}"/>
              </a:ext>
            </a:extLst>
          </p:cNvPr>
          <p:cNvSpPr txBox="1"/>
          <p:nvPr/>
        </p:nvSpPr>
        <p:spPr>
          <a:xfrm>
            <a:off x="5527404" y="1888344"/>
            <a:ext cx="626935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27EF3C88-2A8F-47C2-A0BB-70D2E83F4927}"/>
              </a:ext>
            </a:extLst>
          </p:cNvPr>
          <p:cNvSpPr txBox="1"/>
          <p:nvPr/>
        </p:nvSpPr>
        <p:spPr>
          <a:xfrm>
            <a:off x="6453094" y="1015592"/>
            <a:ext cx="626935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</p:txBody>
      </p: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5E926DD-60A9-4C26-966D-629FAD561C15}"/>
              </a:ext>
            </a:extLst>
          </p:cNvPr>
          <p:cNvGrpSpPr/>
          <p:nvPr/>
        </p:nvGrpSpPr>
        <p:grpSpPr>
          <a:xfrm>
            <a:off x="3427541" y="5688073"/>
            <a:ext cx="2955088" cy="760252"/>
            <a:chOff x="7346688" y="5733923"/>
            <a:chExt cx="2955088" cy="760252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35" name="Rectangle : coins arrondis 34">
              <a:extLst>
                <a:ext uri="{FF2B5EF4-FFF2-40B4-BE49-F238E27FC236}">
                  <a16:creationId xmlns:a16="http://schemas.microsoft.com/office/drawing/2014/main" id="{6BC7435B-ACE7-443C-8D47-B3A3F9EDB894}"/>
                </a:ext>
              </a:extLst>
            </p:cNvPr>
            <p:cNvSpPr/>
            <p:nvPr/>
          </p:nvSpPr>
          <p:spPr>
            <a:xfrm>
              <a:off x="7346688" y="5733923"/>
              <a:ext cx="2871743" cy="76025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6" name="ZoneTexte 55">
              <a:extLst>
                <a:ext uri="{FF2B5EF4-FFF2-40B4-BE49-F238E27FC236}">
                  <a16:creationId xmlns:a16="http://schemas.microsoft.com/office/drawing/2014/main" id="{363C9B4B-C607-4F8D-B083-331E0779A14B}"/>
                </a:ext>
              </a:extLst>
            </p:cNvPr>
            <p:cNvSpPr txBox="1"/>
            <p:nvPr/>
          </p:nvSpPr>
          <p:spPr>
            <a:xfrm>
              <a:off x="7430032" y="5832968"/>
              <a:ext cx="2871744" cy="523220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Dark mode + </a:t>
              </a:r>
              <a:r>
                <a:rPr lang="en-US" sz="1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LocalStorage</a:t>
              </a:r>
              <a:endPara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Persistance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du theme entre les pages</a:t>
              </a:r>
            </a:p>
          </p:txBody>
        </p: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99076396-DF76-4085-8939-3746E4F03C8D}"/>
              </a:ext>
            </a:extLst>
          </p:cNvPr>
          <p:cNvGrpSpPr/>
          <p:nvPr/>
        </p:nvGrpSpPr>
        <p:grpSpPr>
          <a:xfrm>
            <a:off x="4316166" y="4621819"/>
            <a:ext cx="2978759" cy="837962"/>
            <a:chOff x="7346688" y="5733923"/>
            <a:chExt cx="2978759" cy="837962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59" name="Rectangle : coins arrondis 58">
              <a:extLst>
                <a:ext uri="{FF2B5EF4-FFF2-40B4-BE49-F238E27FC236}">
                  <a16:creationId xmlns:a16="http://schemas.microsoft.com/office/drawing/2014/main" id="{F1F51362-465C-4F87-97AA-082574A3C277}"/>
                </a:ext>
              </a:extLst>
            </p:cNvPr>
            <p:cNvSpPr/>
            <p:nvPr/>
          </p:nvSpPr>
          <p:spPr>
            <a:xfrm>
              <a:off x="7346688" y="5733923"/>
              <a:ext cx="2634463" cy="83796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0" name="ZoneTexte 59">
              <a:extLst>
                <a:ext uri="{FF2B5EF4-FFF2-40B4-BE49-F238E27FC236}">
                  <a16:creationId xmlns:a16="http://schemas.microsoft.com/office/drawing/2014/main" id="{CE071EFB-980F-444C-8B11-16E3B13059EC}"/>
                </a:ext>
              </a:extLst>
            </p:cNvPr>
            <p:cNvSpPr txBox="1"/>
            <p:nvPr/>
          </p:nvSpPr>
          <p:spPr>
            <a:xfrm>
              <a:off x="7453703" y="5783572"/>
              <a:ext cx="2871744" cy="738664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Navbar </a:t>
              </a:r>
              <a:r>
                <a:rPr lang="en-US" sz="1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dynamique</a:t>
              </a:r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au scroll</a:t>
              </a:r>
            </a:p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Change 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d’apparence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(ombre,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rétré</a:t>
              </a:r>
              <a:r>
                <a:rPr lang="fr-FR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ciss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ement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</p:grpSp>
      <p:grpSp>
        <p:nvGrpSpPr>
          <p:cNvPr id="61" name="Groupe 60">
            <a:extLst>
              <a:ext uri="{FF2B5EF4-FFF2-40B4-BE49-F238E27FC236}">
                <a16:creationId xmlns:a16="http://schemas.microsoft.com/office/drawing/2014/main" id="{86E62EEE-2116-475A-8C05-0B5016C83F99}"/>
              </a:ext>
            </a:extLst>
          </p:cNvPr>
          <p:cNvGrpSpPr/>
          <p:nvPr/>
        </p:nvGrpSpPr>
        <p:grpSpPr>
          <a:xfrm>
            <a:off x="5370328" y="3670700"/>
            <a:ext cx="2871744" cy="760252"/>
            <a:chOff x="7346688" y="5733923"/>
            <a:chExt cx="2871744" cy="760252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62" name="Rectangle : coins arrondis 61">
              <a:extLst>
                <a:ext uri="{FF2B5EF4-FFF2-40B4-BE49-F238E27FC236}">
                  <a16:creationId xmlns:a16="http://schemas.microsoft.com/office/drawing/2014/main" id="{100ED4E8-35C6-4275-8888-BC6D2837E412}"/>
                </a:ext>
              </a:extLst>
            </p:cNvPr>
            <p:cNvSpPr/>
            <p:nvPr/>
          </p:nvSpPr>
          <p:spPr>
            <a:xfrm>
              <a:off x="7346688" y="5733923"/>
              <a:ext cx="2871743" cy="76025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3" name="ZoneTexte 62">
              <a:extLst>
                <a:ext uri="{FF2B5EF4-FFF2-40B4-BE49-F238E27FC236}">
                  <a16:creationId xmlns:a16="http://schemas.microsoft.com/office/drawing/2014/main" id="{32EF6FFC-0195-4171-B20E-CCCB215A8C4A}"/>
                </a:ext>
              </a:extLst>
            </p:cNvPr>
            <p:cNvSpPr txBox="1"/>
            <p:nvPr/>
          </p:nvSpPr>
          <p:spPr>
            <a:xfrm>
              <a:off x="7346688" y="5743478"/>
              <a:ext cx="2871744" cy="738664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Bouton de retour </a:t>
              </a:r>
              <a:r>
                <a:rPr lang="en-US" sz="1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en</a:t>
              </a:r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haut</a:t>
              </a:r>
            </a:p>
            <a:p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Apparait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 300px  de scroll + smooth scroll</a:t>
              </a:r>
            </a:p>
          </p:txBody>
        </p:sp>
      </p:grpSp>
      <p:grpSp>
        <p:nvGrpSpPr>
          <p:cNvPr id="67" name="Groupe 66">
            <a:extLst>
              <a:ext uri="{FF2B5EF4-FFF2-40B4-BE49-F238E27FC236}">
                <a16:creationId xmlns:a16="http://schemas.microsoft.com/office/drawing/2014/main" id="{02B8AA0F-E58E-40D8-9875-1D6B780F16A1}"/>
              </a:ext>
            </a:extLst>
          </p:cNvPr>
          <p:cNvGrpSpPr/>
          <p:nvPr/>
        </p:nvGrpSpPr>
        <p:grpSpPr>
          <a:xfrm>
            <a:off x="6363679" y="2680944"/>
            <a:ext cx="2871744" cy="760252"/>
            <a:chOff x="7346688" y="5733923"/>
            <a:chExt cx="2871744" cy="760252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68" name="Rectangle : coins arrondis 67">
              <a:extLst>
                <a:ext uri="{FF2B5EF4-FFF2-40B4-BE49-F238E27FC236}">
                  <a16:creationId xmlns:a16="http://schemas.microsoft.com/office/drawing/2014/main" id="{74C155BB-7DA0-4589-9A03-2039B8C828EC}"/>
                </a:ext>
              </a:extLst>
            </p:cNvPr>
            <p:cNvSpPr/>
            <p:nvPr/>
          </p:nvSpPr>
          <p:spPr>
            <a:xfrm>
              <a:off x="7346688" y="5733923"/>
              <a:ext cx="2871743" cy="76025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9" name="ZoneTexte 68">
              <a:extLst>
                <a:ext uri="{FF2B5EF4-FFF2-40B4-BE49-F238E27FC236}">
                  <a16:creationId xmlns:a16="http://schemas.microsoft.com/office/drawing/2014/main" id="{AFC861A2-C6D0-4317-B74A-407244213809}"/>
                </a:ext>
              </a:extLst>
            </p:cNvPr>
            <p:cNvSpPr txBox="1"/>
            <p:nvPr/>
          </p:nvSpPr>
          <p:spPr>
            <a:xfrm>
              <a:off x="7346688" y="5743478"/>
              <a:ext cx="2871744" cy="738664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sz="1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Compteur</a:t>
              </a:r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anim</a:t>
              </a:r>
              <a:r>
                <a:rPr lang="fr-FR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é</a:t>
              </a:r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</a:p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Les chiffres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s’incrementent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l’entrée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dans le viewport</a:t>
              </a:r>
            </a:p>
          </p:txBody>
        </p:sp>
      </p:grp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3116FF35-4238-4179-9FC8-0F9EE7D5D1E3}"/>
              </a:ext>
            </a:extLst>
          </p:cNvPr>
          <p:cNvGrpSpPr/>
          <p:nvPr/>
        </p:nvGrpSpPr>
        <p:grpSpPr>
          <a:xfrm>
            <a:off x="7470154" y="1735127"/>
            <a:ext cx="3318156" cy="703729"/>
            <a:chOff x="7346688" y="5733923"/>
            <a:chExt cx="3318156" cy="703729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1" name="Rectangle : coins arrondis 70">
              <a:extLst>
                <a:ext uri="{FF2B5EF4-FFF2-40B4-BE49-F238E27FC236}">
                  <a16:creationId xmlns:a16="http://schemas.microsoft.com/office/drawing/2014/main" id="{060041D0-A541-43EC-8238-2B82F30B3EA7}"/>
                </a:ext>
              </a:extLst>
            </p:cNvPr>
            <p:cNvSpPr/>
            <p:nvPr/>
          </p:nvSpPr>
          <p:spPr>
            <a:xfrm>
              <a:off x="7346688" y="5733923"/>
              <a:ext cx="3062213" cy="70372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2" name="ZoneTexte 71">
              <a:extLst>
                <a:ext uri="{FF2B5EF4-FFF2-40B4-BE49-F238E27FC236}">
                  <a16:creationId xmlns:a16="http://schemas.microsoft.com/office/drawing/2014/main" id="{53EE6D73-BEAF-4A28-99B8-32D4BD7BE4D3}"/>
                </a:ext>
              </a:extLst>
            </p:cNvPr>
            <p:cNvSpPr txBox="1"/>
            <p:nvPr/>
          </p:nvSpPr>
          <p:spPr>
            <a:xfrm>
              <a:off x="7429079" y="5780056"/>
              <a:ext cx="3235765" cy="523220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Validation </a:t>
              </a:r>
              <a:r>
                <a:rPr lang="en-US" sz="1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formulaire</a:t>
              </a:r>
              <a:endPara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Reglex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email, message ≥ 20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caracteres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CC3FD363-C30B-4C00-BDE1-561E5ADEF0A0}"/>
              </a:ext>
            </a:extLst>
          </p:cNvPr>
          <p:cNvGrpSpPr/>
          <p:nvPr/>
        </p:nvGrpSpPr>
        <p:grpSpPr>
          <a:xfrm>
            <a:off x="8350922" y="817615"/>
            <a:ext cx="3318156" cy="703729"/>
            <a:chOff x="7346688" y="5733923"/>
            <a:chExt cx="3318156" cy="703729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74" name="Rectangle : coins arrondis 73">
              <a:extLst>
                <a:ext uri="{FF2B5EF4-FFF2-40B4-BE49-F238E27FC236}">
                  <a16:creationId xmlns:a16="http://schemas.microsoft.com/office/drawing/2014/main" id="{CCE29AC3-0BED-4DF7-959C-84230B93250C}"/>
                </a:ext>
              </a:extLst>
            </p:cNvPr>
            <p:cNvSpPr/>
            <p:nvPr/>
          </p:nvSpPr>
          <p:spPr>
            <a:xfrm>
              <a:off x="7346688" y="5733923"/>
              <a:ext cx="3062213" cy="70372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5" name="ZoneTexte 74">
              <a:extLst>
                <a:ext uri="{FF2B5EF4-FFF2-40B4-BE49-F238E27FC236}">
                  <a16:creationId xmlns:a16="http://schemas.microsoft.com/office/drawing/2014/main" id="{F723161B-45E6-4266-A3D0-41D8C1E12A2B}"/>
                </a:ext>
              </a:extLst>
            </p:cNvPr>
            <p:cNvSpPr txBox="1"/>
            <p:nvPr/>
          </p:nvSpPr>
          <p:spPr>
            <a:xfrm>
              <a:off x="7429079" y="5780056"/>
              <a:ext cx="3235765" cy="523220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Animation fade-in au </a:t>
              </a:r>
              <a:r>
                <a:rPr lang="en-US" sz="1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scrool</a:t>
              </a:r>
              <a:endPara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Apparition progressive des elements</a:t>
              </a:r>
            </a:p>
          </p:txBody>
        </p:sp>
      </p:grpSp>
      <p:sp>
        <p:nvSpPr>
          <p:cNvPr id="76" name="Ellipse 75">
            <a:extLst>
              <a:ext uri="{FF2B5EF4-FFF2-40B4-BE49-F238E27FC236}">
                <a16:creationId xmlns:a16="http://schemas.microsoft.com/office/drawing/2014/main" id="{FCA3BFD5-0348-49FE-BBFF-C18D034E89F9}"/>
              </a:ext>
            </a:extLst>
          </p:cNvPr>
          <p:cNvSpPr/>
          <p:nvPr/>
        </p:nvSpPr>
        <p:spPr>
          <a:xfrm>
            <a:off x="9563100" y="4531562"/>
            <a:ext cx="1915026" cy="1865247"/>
          </a:xfrm>
          <a:prstGeom prst="ellipse">
            <a:avLst/>
          </a:prstGeom>
          <a:noFill/>
          <a:ln>
            <a:solidFill>
              <a:srgbClr val="FF7A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23182628-9060-4953-833D-2E915FFFFA16}"/>
              </a:ext>
            </a:extLst>
          </p:cNvPr>
          <p:cNvSpPr/>
          <p:nvPr/>
        </p:nvSpPr>
        <p:spPr>
          <a:xfrm>
            <a:off x="9715500" y="4683962"/>
            <a:ext cx="1915026" cy="1865247"/>
          </a:xfrm>
          <a:prstGeom prst="ellipse">
            <a:avLst/>
          </a:prstGeom>
          <a:noFill/>
          <a:ln>
            <a:solidFill>
              <a:srgbClr val="FF7A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8" name="Ellipse 77">
            <a:extLst>
              <a:ext uri="{FF2B5EF4-FFF2-40B4-BE49-F238E27FC236}">
                <a16:creationId xmlns:a16="http://schemas.microsoft.com/office/drawing/2014/main" id="{0E0D44B9-0012-494E-9B78-EB703BB8418E}"/>
              </a:ext>
            </a:extLst>
          </p:cNvPr>
          <p:cNvSpPr/>
          <p:nvPr/>
        </p:nvSpPr>
        <p:spPr>
          <a:xfrm>
            <a:off x="9867900" y="4836362"/>
            <a:ext cx="1915026" cy="1865247"/>
          </a:xfrm>
          <a:prstGeom prst="ellipse">
            <a:avLst/>
          </a:prstGeom>
          <a:noFill/>
          <a:ln>
            <a:solidFill>
              <a:srgbClr val="FF7A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6" name="Ellipse 85">
            <a:extLst>
              <a:ext uri="{FF2B5EF4-FFF2-40B4-BE49-F238E27FC236}">
                <a16:creationId xmlns:a16="http://schemas.microsoft.com/office/drawing/2014/main" id="{009870C9-D006-4FA7-9567-44AA649F9ED2}"/>
              </a:ext>
            </a:extLst>
          </p:cNvPr>
          <p:cNvSpPr/>
          <p:nvPr/>
        </p:nvSpPr>
        <p:spPr>
          <a:xfrm>
            <a:off x="-1107060" y="-1286318"/>
            <a:ext cx="1915026" cy="1865247"/>
          </a:xfrm>
          <a:prstGeom prst="ellipse">
            <a:avLst/>
          </a:prstGeom>
          <a:noFill/>
          <a:ln>
            <a:solidFill>
              <a:srgbClr val="FF7A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5899BB32-1870-4C9A-A2B2-1D2291A101BC}"/>
              </a:ext>
            </a:extLst>
          </p:cNvPr>
          <p:cNvSpPr/>
          <p:nvPr/>
        </p:nvSpPr>
        <p:spPr>
          <a:xfrm>
            <a:off x="-736945" y="-1514339"/>
            <a:ext cx="1915026" cy="1865247"/>
          </a:xfrm>
          <a:prstGeom prst="ellipse">
            <a:avLst/>
          </a:prstGeom>
          <a:noFill/>
          <a:ln>
            <a:solidFill>
              <a:srgbClr val="FF7A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414EF5-7C6E-4D53-B514-E433B830AC82}"/>
              </a:ext>
            </a:extLst>
          </p:cNvPr>
          <p:cNvSpPr/>
          <p:nvPr/>
        </p:nvSpPr>
        <p:spPr>
          <a:xfrm>
            <a:off x="-1303667" y="3415482"/>
            <a:ext cx="3282760" cy="15280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FA4EB5B-D5F4-467B-B092-886B67DCDDC3}"/>
              </a:ext>
            </a:extLst>
          </p:cNvPr>
          <p:cNvSpPr/>
          <p:nvPr/>
        </p:nvSpPr>
        <p:spPr>
          <a:xfrm>
            <a:off x="-1790927" y="3642979"/>
            <a:ext cx="3282760" cy="15280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9B04716-8087-4BA7-8C7E-6CDBAD124C61}"/>
              </a:ext>
            </a:extLst>
          </p:cNvPr>
          <p:cNvSpPr/>
          <p:nvPr/>
        </p:nvSpPr>
        <p:spPr>
          <a:xfrm>
            <a:off x="-2150623" y="3912350"/>
            <a:ext cx="3282760" cy="15280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9A09344-861B-4F5D-8E64-179711473176}"/>
              </a:ext>
            </a:extLst>
          </p:cNvPr>
          <p:cNvSpPr/>
          <p:nvPr/>
        </p:nvSpPr>
        <p:spPr>
          <a:xfrm>
            <a:off x="-2532049" y="4203476"/>
            <a:ext cx="3282760" cy="15280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2007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85185E-6 L 0.27461 -0.00278 " pathEditMode="relative" rAng="0" ptsTypes="AA">
                                      <p:cBhvr>
                                        <p:cTn id="8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24" y="-13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33333E-6 L 0.35859 -0.00092 " pathEditMode="relative" rAng="0" ptsTypes="AA">
                                      <p:cBhvr>
                                        <p:cTn id="10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930" y="-4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07407E-6 L 0.44401 0.00301 " pathEditMode="relative" rAng="0" ptsTypes="AA">
                                      <p:cBhvr>
                                        <p:cTn id="12" dur="1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201" y="13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17 2.96296E-6 L 0.53268 2.96296E-6 " pathEditMode="relative" rAng="0" ptsTypes="AA">
                                      <p:cBhvr>
                                        <p:cTn id="14" dur="1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836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938 0.01574 L -0.62331 -0.00162 " pathEditMode="relative" rAng="0" ptsTypes="AA">
                                      <p:cBhvr>
                                        <p:cTn id="16" dur="1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703" y="-88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05 0.00093 L -0.60286 0.00371 " pathEditMode="relative" rAng="0" ptsTypes="AA">
                                      <p:cBhvr>
                                        <p:cTn id="18" dur="1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297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5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500"/>
                            </p:stCondLst>
                            <p:childTnLst>
                              <p:par>
                                <p:cTn id="8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3" grpId="0"/>
      <p:bldP spid="54" grpId="0"/>
      <p:bldP spid="55" grpId="0"/>
      <p:bldP spid="76" grpId="0" animBg="1"/>
      <p:bldP spid="77" grpId="0" animBg="1"/>
      <p:bldP spid="78" grpId="0" animBg="1"/>
      <p:bldP spid="2" grpId="0" animBg="1"/>
      <p:bldP spid="64" grpId="0" animBg="1"/>
      <p:bldP spid="65" grpId="0" animBg="1"/>
      <p:bldP spid="6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roupe 256">
            <a:extLst>
              <a:ext uri="{FF2B5EF4-FFF2-40B4-BE49-F238E27FC236}">
                <a16:creationId xmlns:a16="http://schemas.microsoft.com/office/drawing/2014/main" id="{CF4BD032-58EF-403E-A77D-1E56780F6462}"/>
              </a:ext>
            </a:extLst>
          </p:cNvPr>
          <p:cNvGrpSpPr/>
          <p:nvPr/>
        </p:nvGrpSpPr>
        <p:grpSpPr>
          <a:xfrm>
            <a:off x="9333460" y="4872826"/>
            <a:ext cx="2759367" cy="1333080"/>
            <a:chOff x="494919" y="5371781"/>
            <a:chExt cx="2759367" cy="1333080"/>
          </a:xfrm>
        </p:grpSpPr>
        <p:sp>
          <p:nvSpPr>
            <p:cNvPr id="259" name="ZoneTexte 258">
              <a:extLst>
                <a:ext uri="{FF2B5EF4-FFF2-40B4-BE49-F238E27FC236}">
                  <a16:creationId xmlns:a16="http://schemas.microsoft.com/office/drawing/2014/main" id="{9C512BD0-A0D6-4B4B-A86B-9C96F3F1F640}"/>
                </a:ext>
              </a:extLst>
            </p:cNvPr>
            <p:cNvSpPr txBox="1"/>
            <p:nvPr/>
          </p:nvSpPr>
          <p:spPr>
            <a:xfrm>
              <a:off x="494919" y="5781531"/>
              <a:ext cx="2759367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Deploiement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GitHub Pages, README, PowerPoint</a:t>
              </a:r>
            </a:p>
          </p:txBody>
        </p:sp>
        <p:cxnSp>
          <p:nvCxnSpPr>
            <p:cNvPr id="258" name="Connecteur droit 257">
              <a:extLst>
                <a:ext uri="{FF2B5EF4-FFF2-40B4-BE49-F238E27FC236}">
                  <a16:creationId xmlns:a16="http://schemas.microsoft.com/office/drawing/2014/main" id="{B37670CE-CC86-4705-B649-3EA084FB7F7C}"/>
                </a:ext>
              </a:extLst>
            </p:cNvPr>
            <p:cNvCxnSpPr>
              <a:cxnSpLocks/>
            </p:cNvCxnSpPr>
            <p:nvPr/>
          </p:nvCxnSpPr>
          <p:spPr>
            <a:xfrm>
              <a:off x="1951148" y="5371781"/>
              <a:ext cx="0" cy="409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e 247">
            <a:extLst>
              <a:ext uri="{FF2B5EF4-FFF2-40B4-BE49-F238E27FC236}">
                <a16:creationId xmlns:a16="http://schemas.microsoft.com/office/drawing/2014/main" id="{7FF50B17-26BA-4FC1-A24C-163158473E1B}"/>
              </a:ext>
            </a:extLst>
          </p:cNvPr>
          <p:cNvGrpSpPr/>
          <p:nvPr/>
        </p:nvGrpSpPr>
        <p:grpSpPr>
          <a:xfrm>
            <a:off x="5068602" y="5116979"/>
            <a:ext cx="2571300" cy="1018000"/>
            <a:chOff x="494920" y="5409862"/>
            <a:chExt cx="2571300" cy="1018000"/>
          </a:xfrm>
        </p:grpSpPr>
        <p:cxnSp>
          <p:nvCxnSpPr>
            <p:cNvPr id="249" name="Connecteur droit 248">
              <a:extLst>
                <a:ext uri="{FF2B5EF4-FFF2-40B4-BE49-F238E27FC236}">
                  <a16:creationId xmlns:a16="http://schemas.microsoft.com/office/drawing/2014/main" id="{35A2A766-8638-49CD-9D19-8C919C53DEFE}"/>
                </a:ext>
              </a:extLst>
            </p:cNvPr>
            <p:cNvCxnSpPr>
              <a:cxnSpLocks/>
            </p:cNvCxnSpPr>
            <p:nvPr/>
          </p:nvCxnSpPr>
          <p:spPr>
            <a:xfrm>
              <a:off x="1973468" y="5409862"/>
              <a:ext cx="0" cy="4130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0" name="ZoneTexte 249">
              <a:extLst>
                <a:ext uri="{FF2B5EF4-FFF2-40B4-BE49-F238E27FC236}">
                  <a16:creationId xmlns:a16="http://schemas.microsoft.com/office/drawing/2014/main" id="{B2B28C0C-C135-46C2-8E2F-82133EE69EF7}"/>
                </a:ext>
              </a:extLst>
            </p:cNvPr>
            <p:cNvSpPr txBox="1"/>
            <p:nvPr/>
          </p:nvSpPr>
          <p:spPr>
            <a:xfrm>
              <a:off x="494920" y="5781531"/>
              <a:ext cx="257130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filtrage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freelances, validation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formulaire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0" name="Groupe 239">
            <a:extLst>
              <a:ext uri="{FF2B5EF4-FFF2-40B4-BE49-F238E27FC236}">
                <a16:creationId xmlns:a16="http://schemas.microsoft.com/office/drawing/2014/main" id="{0E599C1C-05DB-4F14-81F3-7CD7A0F523D9}"/>
              </a:ext>
            </a:extLst>
          </p:cNvPr>
          <p:cNvGrpSpPr/>
          <p:nvPr/>
        </p:nvGrpSpPr>
        <p:grpSpPr>
          <a:xfrm>
            <a:off x="2594967" y="5099312"/>
            <a:ext cx="2571300" cy="1463542"/>
            <a:chOff x="494920" y="4964320"/>
            <a:chExt cx="2571300" cy="1463542"/>
          </a:xfrm>
        </p:grpSpPr>
        <p:cxnSp>
          <p:nvCxnSpPr>
            <p:cNvPr id="243" name="Connecteur droit 242">
              <a:extLst>
                <a:ext uri="{FF2B5EF4-FFF2-40B4-BE49-F238E27FC236}">
                  <a16:creationId xmlns:a16="http://schemas.microsoft.com/office/drawing/2014/main" id="{EED830C0-1D4A-4703-9247-5B0B55C7FF97}"/>
                </a:ext>
              </a:extLst>
            </p:cNvPr>
            <p:cNvCxnSpPr>
              <a:cxnSpLocks/>
            </p:cNvCxnSpPr>
            <p:nvPr/>
          </p:nvCxnSpPr>
          <p:spPr>
            <a:xfrm>
              <a:off x="1973468" y="4964320"/>
              <a:ext cx="0" cy="8585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2" name="ZoneTexte 241">
              <a:extLst>
                <a:ext uri="{FF2B5EF4-FFF2-40B4-BE49-F238E27FC236}">
                  <a16:creationId xmlns:a16="http://schemas.microsoft.com/office/drawing/2014/main" id="{71D68A3A-7C68-4F17-827F-81D677C63400}"/>
                </a:ext>
              </a:extLst>
            </p:cNvPr>
            <p:cNvSpPr txBox="1"/>
            <p:nvPr/>
          </p:nvSpPr>
          <p:spPr>
            <a:xfrm>
              <a:off x="494920" y="5781531"/>
              <a:ext cx="257130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compteurs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animes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fade-in scroll</a:t>
              </a:r>
            </a:p>
          </p:txBody>
        </p:sp>
      </p:grpSp>
      <p:grpSp>
        <p:nvGrpSpPr>
          <p:cNvPr id="239" name="Groupe 238">
            <a:extLst>
              <a:ext uri="{FF2B5EF4-FFF2-40B4-BE49-F238E27FC236}">
                <a16:creationId xmlns:a16="http://schemas.microsoft.com/office/drawing/2014/main" id="{89B06145-31B9-441C-9998-517AEF04495F}"/>
              </a:ext>
            </a:extLst>
          </p:cNvPr>
          <p:cNvGrpSpPr/>
          <p:nvPr/>
        </p:nvGrpSpPr>
        <p:grpSpPr>
          <a:xfrm>
            <a:off x="494920" y="4896638"/>
            <a:ext cx="2571300" cy="1248837"/>
            <a:chOff x="494920" y="5179025"/>
            <a:chExt cx="2571300" cy="1248837"/>
          </a:xfrm>
        </p:grpSpPr>
        <p:grpSp>
          <p:nvGrpSpPr>
            <p:cNvPr id="234" name="Groupe 233">
              <a:extLst>
                <a:ext uri="{FF2B5EF4-FFF2-40B4-BE49-F238E27FC236}">
                  <a16:creationId xmlns:a16="http://schemas.microsoft.com/office/drawing/2014/main" id="{11FF3881-2331-4B3D-A00A-905DEEFDF76F}"/>
                </a:ext>
              </a:extLst>
            </p:cNvPr>
            <p:cNvGrpSpPr/>
            <p:nvPr/>
          </p:nvGrpSpPr>
          <p:grpSpPr>
            <a:xfrm>
              <a:off x="1967615" y="5179025"/>
              <a:ext cx="585161" cy="664289"/>
              <a:chOff x="1265347" y="1280953"/>
              <a:chExt cx="230934" cy="444042"/>
            </a:xfrm>
          </p:grpSpPr>
          <p:cxnSp>
            <p:nvCxnSpPr>
              <p:cNvPr id="236" name="Connecteur droit 235">
                <a:extLst>
                  <a:ext uri="{FF2B5EF4-FFF2-40B4-BE49-F238E27FC236}">
                    <a16:creationId xmlns:a16="http://schemas.microsoft.com/office/drawing/2014/main" id="{4732FA0E-6297-4407-BC28-D3D200905A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7657" y="1281541"/>
                <a:ext cx="1313" cy="44345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Connecteur droit 236">
                <a:extLst>
                  <a:ext uri="{FF2B5EF4-FFF2-40B4-BE49-F238E27FC236}">
                    <a16:creationId xmlns:a16="http://schemas.microsoft.com/office/drawing/2014/main" id="{DF3163DA-48D1-4BC7-BDAB-E97F8C8F7E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65347" y="1280953"/>
                <a:ext cx="23093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5" name="ZoneTexte 234">
              <a:extLst>
                <a:ext uri="{FF2B5EF4-FFF2-40B4-BE49-F238E27FC236}">
                  <a16:creationId xmlns:a16="http://schemas.microsoft.com/office/drawing/2014/main" id="{A3481E5E-597D-43FB-B58D-AFC23604094E}"/>
                </a:ext>
              </a:extLst>
            </p:cNvPr>
            <p:cNvSpPr txBox="1"/>
            <p:nvPr/>
          </p:nvSpPr>
          <p:spPr>
            <a:xfrm>
              <a:off x="494920" y="5781531"/>
              <a:ext cx="257130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dark mode, navbar scroll, back to top</a:t>
              </a:r>
            </a:p>
          </p:txBody>
        </p:sp>
      </p:grpSp>
      <p:grpSp>
        <p:nvGrpSpPr>
          <p:cNvPr id="264" name="Groupe 263">
            <a:extLst>
              <a:ext uri="{FF2B5EF4-FFF2-40B4-BE49-F238E27FC236}">
                <a16:creationId xmlns:a16="http://schemas.microsoft.com/office/drawing/2014/main" id="{3D0FA033-DA76-439E-ADD7-9FE6F207C9D7}"/>
              </a:ext>
            </a:extLst>
          </p:cNvPr>
          <p:cNvGrpSpPr/>
          <p:nvPr/>
        </p:nvGrpSpPr>
        <p:grpSpPr>
          <a:xfrm>
            <a:off x="8825830" y="769764"/>
            <a:ext cx="2207580" cy="339059"/>
            <a:chOff x="8649193" y="478450"/>
            <a:chExt cx="2207580" cy="339059"/>
          </a:xfrm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</p:grpSpPr>
        <p:grpSp>
          <p:nvGrpSpPr>
            <p:cNvPr id="263" name="Groupe 262">
              <a:extLst>
                <a:ext uri="{FF2B5EF4-FFF2-40B4-BE49-F238E27FC236}">
                  <a16:creationId xmlns:a16="http://schemas.microsoft.com/office/drawing/2014/main" id="{618C2C65-7C72-464C-9000-117C752C866D}"/>
                </a:ext>
              </a:extLst>
            </p:cNvPr>
            <p:cNvGrpSpPr/>
            <p:nvPr/>
          </p:nvGrpSpPr>
          <p:grpSpPr>
            <a:xfrm>
              <a:off x="8671063" y="478450"/>
              <a:ext cx="2120817" cy="323867"/>
              <a:chOff x="8671063" y="478450"/>
              <a:chExt cx="2120817" cy="323867"/>
            </a:xfrm>
          </p:grpSpPr>
          <p:sp>
            <p:nvSpPr>
              <p:cNvPr id="13" name="Rectangle : coins arrondis 12">
                <a:extLst>
                  <a:ext uri="{FF2B5EF4-FFF2-40B4-BE49-F238E27FC236}">
                    <a16:creationId xmlns:a16="http://schemas.microsoft.com/office/drawing/2014/main" id="{F2EBD220-D1AD-4CED-B8A6-A10676359C1B}"/>
                  </a:ext>
                </a:extLst>
              </p:cNvPr>
              <p:cNvSpPr/>
              <p:nvPr/>
            </p:nvSpPr>
            <p:spPr>
              <a:xfrm>
                <a:off x="9141807" y="478450"/>
                <a:ext cx="1259087" cy="288878"/>
              </a:xfrm>
              <a:prstGeom prst="roundRect">
                <a:avLst/>
              </a:prstGeom>
              <a:solidFill>
                <a:srgbClr val="E06E00"/>
              </a:solidFill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4" name="Rectangle : coins arrondis 13">
                <a:extLst>
                  <a:ext uri="{FF2B5EF4-FFF2-40B4-BE49-F238E27FC236}">
                    <a16:creationId xmlns:a16="http://schemas.microsoft.com/office/drawing/2014/main" id="{679EC32B-47B0-4A3F-8AA5-A79112469605}"/>
                  </a:ext>
                </a:extLst>
              </p:cNvPr>
              <p:cNvSpPr/>
              <p:nvPr/>
            </p:nvSpPr>
            <p:spPr>
              <a:xfrm>
                <a:off x="8671063" y="501870"/>
                <a:ext cx="2120817" cy="30044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F3575ADA-B1EA-4E35-8D3D-8175AFF78BDC}"/>
                </a:ext>
              </a:extLst>
            </p:cNvPr>
            <p:cNvSpPr txBox="1"/>
            <p:nvPr/>
          </p:nvSpPr>
          <p:spPr>
            <a:xfrm>
              <a:off x="8649193" y="509732"/>
              <a:ext cx="2207580" cy="307777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GITHUB – 10 COMMITS</a:t>
              </a:r>
            </a:p>
          </p:txBody>
        </p:sp>
      </p:grpSp>
      <p:sp>
        <p:nvSpPr>
          <p:cNvPr id="104" name="Forme libre : forme 103">
            <a:extLst>
              <a:ext uri="{FF2B5EF4-FFF2-40B4-BE49-F238E27FC236}">
                <a16:creationId xmlns:a16="http://schemas.microsoft.com/office/drawing/2014/main" id="{E00FDB9E-6D9A-4429-99A0-C50A71761156}"/>
              </a:ext>
            </a:extLst>
          </p:cNvPr>
          <p:cNvSpPr/>
          <p:nvPr/>
        </p:nvSpPr>
        <p:spPr>
          <a:xfrm>
            <a:off x="2879818" y="3659053"/>
            <a:ext cx="81962" cy="93983"/>
          </a:xfrm>
          <a:custGeom>
            <a:avLst/>
            <a:gdLst>
              <a:gd name="connsiteX0" fmla="*/ 0 w 81962"/>
              <a:gd name="connsiteY0" fmla="*/ 0 h 93983"/>
              <a:gd name="connsiteX1" fmla="*/ 81962 w 81962"/>
              <a:gd name="connsiteY1" fmla="*/ 92531 h 93983"/>
              <a:gd name="connsiteX2" fmla="*/ 80323 w 81962"/>
              <a:gd name="connsiteY2" fmla="*/ 93983 h 93983"/>
              <a:gd name="connsiteX3" fmla="*/ 0 w 81962"/>
              <a:gd name="connsiteY3" fmla="*/ 0 h 93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962" h="93983">
                <a:moveTo>
                  <a:pt x="0" y="0"/>
                </a:moveTo>
                <a:lnTo>
                  <a:pt x="81962" y="92531"/>
                </a:lnTo>
                <a:lnTo>
                  <a:pt x="80323" y="9398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103" name="Forme libre : forme 102">
            <a:extLst>
              <a:ext uri="{FF2B5EF4-FFF2-40B4-BE49-F238E27FC236}">
                <a16:creationId xmlns:a16="http://schemas.microsoft.com/office/drawing/2014/main" id="{CE80B681-273F-4E32-8A44-62CA4A30DB12}"/>
              </a:ext>
            </a:extLst>
          </p:cNvPr>
          <p:cNvSpPr/>
          <p:nvPr/>
        </p:nvSpPr>
        <p:spPr>
          <a:xfrm>
            <a:off x="2853456" y="3753036"/>
            <a:ext cx="108325" cy="94501"/>
          </a:xfrm>
          <a:custGeom>
            <a:avLst/>
            <a:gdLst>
              <a:gd name="connsiteX0" fmla="*/ 106685 w 108325"/>
              <a:gd name="connsiteY0" fmla="*/ 0 h 94501"/>
              <a:gd name="connsiteX1" fmla="*/ 108325 w 108325"/>
              <a:gd name="connsiteY1" fmla="*/ 1919 h 94501"/>
              <a:gd name="connsiteX2" fmla="*/ 0 w 108325"/>
              <a:gd name="connsiteY2" fmla="*/ 94501 h 94501"/>
              <a:gd name="connsiteX3" fmla="*/ 106685 w 108325"/>
              <a:gd name="connsiteY3" fmla="*/ 0 h 94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325" h="94501">
                <a:moveTo>
                  <a:pt x="106685" y="0"/>
                </a:moveTo>
                <a:lnTo>
                  <a:pt x="108325" y="1919"/>
                </a:lnTo>
                <a:lnTo>
                  <a:pt x="0" y="94501"/>
                </a:lnTo>
                <a:lnTo>
                  <a:pt x="106685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116" name="Forme libre : forme 115">
            <a:extLst>
              <a:ext uri="{FF2B5EF4-FFF2-40B4-BE49-F238E27FC236}">
                <a16:creationId xmlns:a16="http://schemas.microsoft.com/office/drawing/2014/main" id="{23C6271A-DAF5-4CEA-B23D-8A8EDA240BD7}"/>
              </a:ext>
            </a:extLst>
          </p:cNvPr>
          <p:cNvSpPr/>
          <p:nvPr/>
        </p:nvSpPr>
        <p:spPr>
          <a:xfrm>
            <a:off x="2812030" y="3696779"/>
            <a:ext cx="500" cy="561"/>
          </a:xfrm>
          <a:custGeom>
            <a:avLst/>
            <a:gdLst>
              <a:gd name="connsiteX0" fmla="*/ 0 w 500"/>
              <a:gd name="connsiteY0" fmla="*/ 0 h 561"/>
              <a:gd name="connsiteX1" fmla="*/ 500 w 500"/>
              <a:gd name="connsiteY1" fmla="*/ 541 h 561"/>
              <a:gd name="connsiteX2" fmla="*/ 479 w 500"/>
              <a:gd name="connsiteY2" fmla="*/ 561 h 561"/>
              <a:gd name="connsiteX3" fmla="*/ 0 w 500"/>
              <a:gd name="connsiteY3" fmla="*/ 0 h 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0" h="561">
                <a:moveTo>
                  <a:pt x="0" y="0"/>
                </a:moveTo>
                <a:lnTo>
                  <a:pt x="500" y="541"/>
                </a:lnTo>
                <a:lnTo>
                  <a:pt x="479" y="56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15" name="Forme libre : forme 114">
            <a:extLst>
              <a:ext uri="{FF2B5EF4-FFF2-40B4-BE49-F238E27FC236}">
                <a16:creationId xmlns:a16="http://schemas.microsoft.com/office/drawing/2014/main" id="{06450E5F-C989-4656-8F0D-64EB1CD89EE1}"/>
              </a:ext>
            </a:extLst>
          </p:cNvPr>
          <p:cNvSpPr/>
          <p:nvPr/>
        </p:nvSpPr>
        <p:spPr>
          <a:xfrm>
            <a:off x="2811955" y="3697340"/>
            <a:ext cx="573" cy="512"/>
          </a:xfrm>
          <a:custGeom>
            <a:avLst/>
            <a:gdLst>
              <a:gd name="connsiteX0" fmla="*/ 554 w 573"/>
              <a:gd name="connsiteY0" fmla="*/ 0 h 512"/>
              <a:gd name="connsiteX1" fmla="*/ 573 w 573"/>
              <a:gd name="connsiteY1" fmla="*/ 22 h 512"/>
              <a:gd name="connsiteX2" fmla="*/ 0 w 573"/>
              <a:gd name="connsiteY2" fmla="*/ 512 h 512"/>
              <a:gd name="connsiteX3" fmla="*/ 554 w 573"/>
              <a:gd name="connsiteY3" fmla="*/ 0 h 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3" h="512">
                <a:moveTo>
                  <a:pt x="554" y="0"/>
                </a:moveTo>
                <a:lnTo>
                  <a:pt x="573" y="22"/>
                </a:lnTo>
                <a:lnTo>
                  <a:pt x="0" y="512"/>
                </a:lnTo>
                <a:lnTo>
                  <a:pt x="554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grpSp>
        <p:nvGrpSpPr>
          <p:cNvPr id="186" name="Groupe 185">
            <a:extLst>
              <a:ext uri="{FF2B5EF4-FFF2-40B4-BE49-F238E27FC236}">
                <a16:creationId xmlns:a16="http://schemas.microsoft.com/office/drawing/2014/main" id="{B08DCDD4-16BC-432B-969B-ACDF407E2A0B}"/>
              </a:ext>
            </a:extLst>
          </p:cNvPr>
          <p:cNvGrpSpPr/>
          <p:nvPr/>
        </p:nvGrpSpPr>
        <p:grpSpPr>
          <a:xfrm>
            <a:off x="313583" y="2383376"/>
            <a:ext cx="1129297" cy="1287430"/>
            <a:chOff x="130701" y="2152366"/>
            <a:chExt cx="1275243" cy="1411473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67" name="Forme libre : forme 166">
              <a:extLst>
                <a:ext uri="{FF2B5EF4-FFF2-40B4-BE49-F238E27FC236}">
                  <a16:creationId xmlns:a16="http://schemas.microsoft.com/office/drawing/2014/main" id="{7C7B15B8-BAFD-45A9-8069-BBEDEEB73215}"/>
                </a:ext>
              </a:extLst>
            </p:cNvPr>
            <p:cNvSpPr/>
            <p:nvPr/>
          </p:nvSpPr>
          <p:spPr>
            <a:xfrm>
              <a:off x="130701" y="2152366"/>
              <a:ext cx="1275243" cy="1411473"/>
            </a:xfrm>
            <a:custGeom>
              <a:avLst/>
              <a:gdLst>
                <a:gd name="connsiteX0" fmla="*/ 0 w 1275243"/>
                <a:gd name="connsiteY0" fmla="*/ 0 h 1411473"/>
                <a:gd name="connsiteX1" fmla="*/ 504565 w 1275243"/>
                <a:gd name="connsiteY1" fmla="*/ 0 h 1411473"/>
                <a:gd name="connsiteX2" fmla="*/ 1275243 w 1275243"/>
                <a:gd name="connsiteY2" fmla="*/ 734161 h 1411473"/>
                <a:gd name="connsiteX3" fmla="*/ 375611 w 1275243"/>
                <a:gd name="connsiteY3" fmla="*/ 1411473 h 1411473"/>
                <a:gd name="connsiteX4" fmla="*/ 0 w 1275243"/>
                <a:gd name="connsiteY4" fmla="*/ 1411473 h 1411473"/>
                <a:gd name="connsiteX5" fmla="*/ 0 w 1275243"/>
                <a:gd name="connsiteY5" fmla="*/ 0 h 1411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5243" h="1411473">
                  <a:moveTo>
                    <a:pt x="0" y="0"/>
                  </a:moveTo>
                  <a:lnTo>
                    <a:pt x="504565" y="0"/>
                  </a:lnTo>
                  <a:lnTo>
                    <a:pt x="1275243" y="734161"/>
                  </a:lnTo>
                  <a:lnTo>
                    <a:pt x="375611" y="1411473"/>
                  </a:lnTo>
                  <a:lnTo>
                    <a:pt x="0" y="14114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171" name="ZoneTexte 170">
              <a:extLst>
                <a:ext uri="{FF2B5EF4-FFF2-40B4-BE49-F238E27FC236}">
                  <a16:creationId xmlns:a16="http://schemas.microsoft.com/office/drawing/2014/main" id="{0B23DA74-5D02-4808-83DC-7501F7F454B3}"/>
                </a:ext>
              </a:extLst>
            </p:cNvPr>
            <p:cNvSpPr txBox="1"/>
            <p:nvPr/>
          </p:nvSpPr>
          <p:spPr>
            <a:xfrm>
              <a:off x="271420" y="2615767"/>
              <a:ext cx="588705" cy="506146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DFDF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</a:p>
          </p:txBody>
        </p:sp>
      </p:grpSp>
      <p:grpSp>
        <p:nvGrpSpPr>
          <p:cNvPr id="187" name="Groupe 186">
            <a:extLst>
              <a:ext uri="{FF2B5EF4-FFF2-40B4-BE49-F238E27FC236}">
                <a16:creationId xmlns:a16="http://schemas.microsoft.com/office/drawing/2014/main" id="{F7442658-52E5-48E9-ACDA-F305ED9C2D64}"/>
              </a:ext>
            </a:extLst>
          </p:cNvPr>
          <p:cNvGrpSpPr/>
          <p:nvPr/>
        </p:nvGrpSpPr>
        <p:grpSpPr>
          <a:xfrm>
            <a:off x="858562" y="2389540"/>
            <a:ext cx="2183905" cy="1287431"/>
            <a:chOff x="675680" y="2158531"/>
            <a:chExt cx="2466145" cy="1411474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grpSp>
          <p:nvGrpSpPr>
            <p:cNvPr id="133" name="Groupe 132">
              <a:extLst>
                <a:ext uri="{FF2B5EF4-FFF2-40B4-BE49-F238E27FC236}">
                  <a16:creationId xmlns:a16="http://schemas.microsoft.com/office/drawing/2014/main" id="{DC3FB32D-453E-40F4-8D28-F7B840F5F9A3}"/>
                </a:ext>
              </a:extLst>
            </p:cNvPr>
            <p:cNvGrpSpPr/>
            <p:nvPr/>
          </p:nvGrpSpPr>
          <p:grpSpPr>
            <a:xfrm>
              <a:off x="675680" y="2158531"/>
              <a:ext cx="2466145" cy="1411474"/>
              <a:chOff x="1140138" y="2808141"/>
              <a:chExt cx="2482432" cy="1690778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122" name="Forme libre : forme 121">
                <a:extLst>
                  <a:ext uri="{FF2B5EF4-FFF2-40B4-BE49-F238E27FC236}">
                    <a16:creationId xmlns:a16="http://schemas.microsoft.com/office/drawing/2014/main" id="{4FDF9DDD-36DA-4D80-8A55-7A5881485094}"/>
                  </a:ext>
                </a:extLst>
              </p:cNvPr>
              <p:cNvSpPr/>
              <p:nvPr/>
            </p:nvSpPr>
            <p:spPr>
              <a:xfrm>
                <a:off x="1140138" y="2808141"/>
                <a:ext cx="1518309" cy="1690777"/>
              </a:xfrm>
              <a:custGeom>
                <a:avLst/>
                <a:gdLst>
                  <a:gd name="connsiteX0" fmla="*/ 121285 w 1518309"/>
                  <a:gd name="connsiteY0" fmla="*/ 0 h 1690777"/>
                  <a:gd name="connsiteX1" fmla="*/ 1518309 w 1518309"/>
                  <a:gd name="connsiteY1" fmla="*/ 0 h 1690777"/>
                  <a:gd name="connsiteX2" fmla="*/ 1518309 w 1518309"/>
                  <a:gd name="connsiteY2" fmla="*/ 1690777 h 1690777"/>
                  <a:gd name="connsiteX3" fmla="*/ 0 w 1518309"/>
                  <a:gd name="connsiteY3" fmla="*/ 1690777 h 1690777"/>
                  <a:gd name="connsiteX4" fmla="*/ 899890 w 1518309"/>
                  <a:gd name="connsiteY4" fmla="*/ 884188 h 1690777"/>
                  <a:gd name="connsiteX5" fmla="*/ 900481 w 1518309"/>
                  <a:gd name="connsiteY5" fmla="*/ 883698 h 1690777"/>
                  <a:gd name="connsiteX6" fmla="*/ 900461 w 1518309"/>
                  <a:gd name="connsiteY6" fmla="*/ 883676 h 1690777"/>
                  <a:gd name="connsiteX7" fmla="*/ 900483 w 1518309"/>
                  <a:gd name="connsiteY7" fmla="*/ 883656 h 1690777"/>
                  <a:gd name="connsiteX8" fmla="*/ 899967 w 1518309"/>
                  <a:gd name="connsiteY8" fmla="*/ 883115 h 1690777"/>
                  <a:gd name="connsiteX9" fmla="*/ 121285 w 1518309"/>
                  <a:gd name="connsiteY9" fmla="*/ 0 h 1690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18309" h="1690777">
                    <a:moveTo>
                      <a:pt x="121285" y="0"/>
                    </a:moveTo>
                    <a:lnTo>
                      <a:pt x="1518309" y="0"/>
                    </a:lnTo>
                    <a:lnTo>
                      <a:pt x="1518309" y="1690777"/>
                    </a:lnTo>
                    <a:lnTo>
                      <a:pt x="0" y="1690777"/>
                    </a:lnTo>
                    <a:lnTo>
                      <a:pt x="899890" y="884188"/>
                    </a:lnTo>
                    <a:lnTo>
                      <a:pt x="900481" y="883698"/>
                    </a:lnTo>
                    <a:lnTo>
                      <a:pt x="900461" y="883676"/>
                    </a:lnTo>
                    <a:lnTo>
                      <a:pt x="900483" y="883656"/>
                    </a:lnTo>
                    <a:lnTo>
                      <a:pt x="899967" y="883115"/>
                    </a:lnTo>
                    <a:lnTo>
                      <a:pt x="121285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 dirty="0"/>
              </a:p>
            </p:txBody>
          </p:sp>
          <p:sp>
            <p:nvSpPr>
              <p:cNvPr id="129" name="Forme libre : forme 128">
                <a:extLst>
                  <a:ext uri="{FF2B5EF4-FFF2-40B4-BE49-F238E27FC236}">
                    <a16:creationId xmlns:a16="http://schemas.microsoft.com/office/drawing/2014/main" id="{A951779E-147C-434F-BBA0-E0991EDBED9F}"/>
                  </a:ext>
                </a:extLst>
              </p:cNvPr>
              <p:cNvSpPr/>
              <p:nvPr/>
            </p:nvSpPr>
            <p:spPr>
              <a:xfrm>
                <a:off x="2219028" y="2808971"/>
                <a:ext cx="1403542" cy="1689948"/>
              </a:xfrm>
              <a:custGeom>
                <a:avLst/>
                <a:gdLst>
                  <a:gd name="connsiteX0" fmla="*/ 0 w 1403542"/>
                  <a:gd name="connsiteY0" fmla="*/ 0 h 1690777"/>
                  <a:gd name="connsiteX1" fmla="*/ 671566 w 1403542"/>
                  <a:gd name="connsiteY1" fmla="*/ 0 h 1690777"/>
                  <a:gd name="connsiteX2" fmla="*/ 1403542 w 1403542"/>
                  <a:gd name="connsiteY2" fmla="*/ 879437 h 1690777"/>
                  <a:gd name="connsiteX3" fmla="*/ 549087 w 1403542"/>
                  <a:gd name="connsiteY3" fmla="*/ 1690777 h 1690777"/>
                  <a:gd name="connsiteX4" fmla="*/ 0 w 1403542"/>
                  <a:gd name="connsiteY4" fmla="*/ 1690777 h 1690777"/>
                  <a:gd name="connsiteX5" fmla="*/ 0 w 1403542"/>
                  <a:gd name="connsiteY5" fmla="*/ 0 h 1690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03542" h="1690777">
                    <a:moveTo>
                      <a:pt x="0" y="0"/>
                    </a:moveTo>
                    <a:lnTo>
                      <a:pt x="671566" y="0"/>
                    </a:lnTo>
                    <a:lnTo>
                      <a:pt x="1403542" y="879437"/>
                    </a:lnTo>
                    <a:lnTo>
                      <a:pt x="549087" y="1690777"/>
                    </a:lnTo>
                    <a:lnTo>
                      <a:pt x="0" y="169077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72" name="ZoneTexte 171">
              <a:extLst>
                <a:ext uri="{FF2B5EF4-FFF2-40B4-BE49-F238E27FC236}">
                  <a16:creationId xmlns:a16="http://schemas.microsoft.com/office/drawing/2014/main" id="{15F3FC5C-81EC-45AB-8859-17085A1A896F}"/>
                </a:ext>
              </a:extLst>
            </p:cNvPr>
            <p:cNvSpPr txBox="1"/>
            <p:nvPr/>
          </p:nvSpPr>
          <p:spPr>
            <a:xfrm>
              <a:off x="1779515" y="2615766"/>
              <a:ext cx="649043" cy="506146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02</a:t>
              </a:r>
            </a:p>
          </p:txBody>
        </p:sp>
      </p:grpSp>
      <p:grpSp>
        <p:nvGrpSpPr>
          <p:cNvPr id="178" name="Groupe 177">
            <a:extLst>
              <a:ext uri="{FF2B5EF4-FFF2-40B4-BE49-F238E27FC236}">
                <a16:creationId xmlns:a16="http://schemas.microsoft.com/office/drawing/2014/main" id="{A391F6E6-936E-452C-A817-18E12781A44D}"/>
              </a:ext>
            </a:extLst>
          </p:cNvPr>
          <p:cNvGrpSpPr/>
          <p:nvPr/>
        </p:nvGrpSpPr>
        <p:grpSpPr>
          <a:xfrm>
            <a:off x="2639223" y="2389539"/>
            <a:ext cx="2183905" cy="1287431"/>
            <a:chOff x="2456341" y="2158530"/>
            <a:chExt cx="2466145" cy="1411474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grpSp>
          <p:nvGrpSpPr>
            <p:cNvPr id="140" name="Groupe 139">
              <a:extLst>
                <a:ext uri="{FF2B5EF4-FFF2-40B4-BE49-F238E27FC236}">
                  <a16:creationId xmlns:a16="http://schemas.microsoft.com/office/drawing/2014/main" id="{279625CD-4F8E-464D-BD06-9333B2EEBF8F}"/>
                </a:ext>
              </a:extLst>
            </p:cNvPr>
            <p:cNvGrpSpPr/>
            <p:nvPr/>
          </p:nvGrpSpPr>
          <p:grpSpPr>
            <a:xfrm>
              <a:off x="2456341" y="2158530"/>
              <a:ext cx="2466145" cy="1411474"/>
              <a:chOff x="1140138" y="2808141"/>
              <a:chExt cx="2482432" cy="1690778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141" name="Forme libre : forme 140">
                <a:extLst>
                  <a:ext uri="{FF2B5EF4-FFF2-40B4-BE49-F238E27FC236}">
                    <a16:creationId xmlns:a16="http://schemas.microsoft.com/office/drawing/2014/main" id="{71A4DF21-1A41-4359-B559-484CC654A4CC}"/>
                  </a:ext>
                </a:extLst>
              </p:cNvPr>
              <p:cNvSpPr/>
              <p:nvPr/>
            </p:nvSpPr>
            <p:spPr>
              <a:xfrm>
                <a:off x="1140138" y="2808141"/>
                <a:ext cx="1518309" cy="1690777"/>
              </a:xfrm>
              <a:custGeom>
                <a:avLst/>
                <a:gdLst>
                  <a:gd name="connsiteX0" fmla="*/ 121285 w 1518309"/>
                  <a:gd name="connsiteY0" fmla="*/ 0 h 1690777"/>
                  <a:gd name="connsiteX1" fmla="*/ 1518309 w 1518309"/>
                  <a:gd name="connsiteY1" fmla="*/ 0 h 1690777"/>
                  <a:gd name="connsiteX2" fmla="*/ 1518309 w 1518309"/>
                  <a:gd name="connsiteY2" fmla="*/ 1690777 h 1690777"/>
                  <a:gd name="connsiteX3" fmla="*/ 0 w 1518309"/>
                  <a:gd name="connsiteY3" fmla="*/ 1690777 h 1690777"/>
                  <a:gd name="connsiteX4" fmla="*/ 899890 w 1518309"/>
                  <a:gd name="connsiteY4" fmla="*/ 884188 h 1690777"/>
                  <a:gd name="connsiteX5" fmla="*/ 900481 w 1518309"/>
                  <a:gd name="connsiteY5" fmla="*/ 883698 h 1690777"/>
                  <a:gd name="connsiteX6" fmla="*/ 900461 w 1518309"/>
                  <a:gd name="connsiteY6" fmla="*/ 883676 h 1690777"/>
                  <a:gd name="connsiteX7" fmla="*/ 900483 w 1518309"/>
                  <a:gd name="connsiteY7" fmla="*/ 883656 h 1690777"/>
                  <a:gd name="connsiteX8" fmla="*/ 899967 w 1518309"/>
                  <a:gd name="connsiteY8" fmla="*/ 883115 h 1690777"/>
                  <a:gd name="connsiteX9" fmla="*/ 121285 w 1518309"/>
                  <a:gd name="connsiteY9" fmla="*/ 0 h 1690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18309" h="1690777">
                    <a:moveTo>
                      <a:pt x="121285" y="0"/>
                    </a:moveTo>
                    <a:lnTo>
                      <a:pt x="1518309" y="0"/>
                    </a:lnTo>
                    <a:lnTo>
                      <a:pt x="1518309" y="1690777"/>
                    </a:lnTo>
                    <a:lnTo>
                      <a:pt x="0" y="1690777"/>
                    </a:lnTo>
                    <a:lnTo>
                      <a:pt x="899890" y="884188"/>
                    </a:lnTo>
                    <a:lnTo>
                      <a:pt x="900481" y="883698"/>
                    </a:lnTo>
                    <a:lnTo>
                      <a:pt x="900461" y="883676"/>
                    </a:lnTo>
                    <a:lnTo>
                      <a:pt x="900483" y="883656"/>
                    </a:lnTo>
                    <a:lnTo>
                      <a:pt x="899967" y="883115"/>
                    </a:lnTo>
                    <a:lnTo>
                      <a:pt x="121285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 dirty="0"/>
              </a:p>
            </p:txBody>
          </p:sp>
          <p:sp>
            <p:nvSpPr>
              <p:cNvPr id="142" name="Forme libre : forme 141">
                <a:extLst>
                  <a:ext uri="{FF2B5EF4-FFF2-40B4-BE49-F238E27FC236}">
                    <a16:creationId xmlns:a16="http://schemas.microsoft.com/office/drawing/2014/main" id="{2D952EE9-6EF6-48D3-921D-8FBA5EB52666}"/>
                  </a:ext>
                </a:extLst>
              </p:cNvPr>
              <p:cNvSpPr/>
              <p:nvPr/>
            </p:nvSpPr>
            <p:spPr>
              <a:xfrm>
                <a:off x="2219028" y="2808971"/>
                <a:ext cx="1403542" cy="1689948"/>
              </a:xfrm>
              <a:custGeom>
                <a:avLst/>
                <a:gdLst>
                  <a:gd name="connsiteX0" fmla="*/ 0 w 1403542"/>
                  <a:gd name="connsiteY0" fmla="*/ 0 h 1690777"/>
                  <a:gd name="connsiteX1" fmla="*/ 671566 w 1403542"/>
                  <a:gd name="connsiteY1" fmla="*/ 0 h 1690777"/>
                  <a:gd name="connsiteX2" fmla="*/ 1403542 w 1403542"/>
                  <a:gd name="connsiteY2" fmla="*/ 879437 h 1690777"/>
                  <a:gd name="connsiteX3" fmla="*/ 549087 w 1403542"/>
                  <a:gd name="connsiteY3" fmla="*/ 1690777 h 1690777"/>
                  <a:gd name="connsiteX4" fmla="*/ 0 w 1403542"/>
                  <a:gd name="connsiteY4" fmla="*/ 1690777 h 1690777"/>
                  <a:gd name="connsiteX5" fmla="*/ 0 w 1403542"/>
                  <a:gd name="connsiteY5" fmla="*/ 0 h 1690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03542" h="1690777">
                    <a:moveTo>
                      <a:pt x="0" y="0"/>
                    </a:moveTo>
                    <a:lnTo>
                      <a:pt x="671566" y="0"/>
                    </a:lnTo>
                    <a:lnTo>
                      <a:pt x="1403542" y="879437"/>
                    </a:lnTo>
                    <a:lnTo>
                      <a:pt x="549087" y="1690777"/>
                    </a:lnTo>
                    <a:lnTo>
                      <a:pt x="0" y="169077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73" name="ZoneTexte 172">
              <a:extLst>
                <a:ext uri="{FF2B5EF4-FFF2-40B4-BE49-F238E27FC236}">
                  <a16:creationId xmlns:a16="http://schemas.microsoft.com/office/drawing/2014/main" id="{1DBBDE51-DA98-46F7-BBB0-714400576EF7}"/>
                </a:ext>
              </a:extLst>
            </p:cNvPr>
            <p:cNvSpPr txBox="1"/>
            <p:nvPr/>
          </p:nvSpPr>
          <p:spPr>
            <a:xfrm>
              <a:off x="3658091" y="2633433"/>
              <a:ext cx="561123" cy="506146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</a:p>
          </p:txBody>
        </p:sp>
      </p:grpSp>
      <p:grpSp>
        <p:nvGrpSpPr>
          <p:cNvPr id="179" name="Groupe 178">
            <a:extLst>
              <a:ext uri="{FF2B5EF4-FFF2-40B4-BE49-F238E27FC236}">
                <a16:creationId xmlns:a16="http://schemas.microsoft.com/office/drawing/2014/main" id="{85D189C4-7C2C-4D3A-A8AD-F133C8F3E5BD}"/>
              </a:ext>
            </a:extLst>
          </p:cNvPr>
          <p:cNvGrpSpPr/>
          <p:nvPr/>
        </p:nvGrpSpPr>
        <p:grpSpPr>
          <a:xfrm>
            <a:off x="4414667" y="2380706"/>
            <a:ext cx="2183905" cy="1287431"/>
            <a:chOff x="4231785" y="2149697"/>
            <a:chExt cx="2466145" cy="1411474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grpSp>
          <p:nvGrpSpPr>
            <p:cNvPr id="143" name="Groupe 142">
              <a:extLst>
                <a:ext uri="{FF2B5EF4-FFF2-40B4-BE49-F238E27FC236}">
                  <a16:creationId xmlns:a16="http://schemas.microsoft.com/office/drawing/2014/main" id="{31F81B31-D00B-4238-AD49-35A09439E2E5}"/>
                </a:ext>
              </a:extLst>
            </p:cNvPr>
            <p:cNvGrpSpPr/>
            <p:nvPr/>
          </p:nvGrpSpPr>
          <p:grpSpPr>
            <a:xfrm>
              <a:off x="4231785" y="2149697"/>
              <a:ext cx="2466145" cy="1411474"/>
              <a:chOff x="1140138" y="2808141"/>
              <a:chExt cx="2482432" cy="1690778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144" name="Forme libre : forme 143">
                <a:extLst>
                  <a:ext uri="{FF2B5EF4-FFF2-40B4-BE49-F238E27FC236}">
                    <a16:creationId xmlns:a16="http://schemas.microsoft.com/office/drawing/2014/main" id="{7907385F-64D8-4500-A6E4-D2B5A3D7664B}"/>
                  </a:ext>
                </a:extLst>
              </p:cNvPr>
              <p:cNvSpPr/>
              <p:nvPr/>
            </p:nvSpPr>
            <p:spPr>
              <a:xfrm>
                <a:off x="1140138" y="2808141"/>
                <a:ext cx="1518309" cy="1690777"/>
              </a:xfrm>
              <a:custGeom>
                <a:avLst/>
                <a:gdLst>
                  <a:gd name="connsiteX0" fmla="*/ 121285 w 1518309"/>
                  <a:gd name="connsiteY0" fmla="*/ 0 h 1690777"/>
                  <a:gd name="connsiteX1" fmla="*/ 1518309 w 1518309"/>
                  <a:gd name="connsiteY1" fmla="*/ 0 h 1690777"/>
                  <a:gd name="connsiteX2" fmla="*/ 1518309 w 1518309"/>
                  <a:gd name="connsiteY2" fmla="*/ 1690777 h 1690777"/>
                  <a:gd name="connsiteX3" fmla="*/ 0 w 1518309"/>
                  <a:gd name="connsiteY3" fmla="*/ 1690777 h 1690777"/>
                  <a:gd name="connsiteX4" fmla="*/ 899890 w 1518309"/>
                  <a:gd name="connsiteY4" fmla="*/ 884188 h 1690777"/>
                  <a:gd name="connsiteX5" fmla="*/ 900481 w 1518309"/>
                  <a:gd name="connsiteY5" fmla="*/ 883698 h 1690777"/>
                  <a:gd name="connsiteX6" fmla="*/ 900461 w 1518309"/>
                  <a:gd name="connsiteY6" fmla="*/ 883676 h 1690777"/>
                  <a:gd name="connsiteX7" fmla="*/ 900483 w 1518309"/>
                  <a:gd name="connsiteY7" fmla="*/ 883656 h 1690777"/>
                  <a:gd name="connsiteX8" fmla="*/ 899967 w 1518309"/>
                  <a:gd name="connsiteY8" fmla="*/ 883115 h 1690777"/>
                  <a:gd name="connsiteX9" fmla="*/ 121285 w 1518309"/>
                  <a:gd name="connsiteY9" fmla="*/ 0 h 1690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18309" h="1690777">
                    <a:moveTo>
                      <a:pt x="121285" y="0"/>
                    </a:moveTo>
                    <a:lnTo>
                      <a:pt x="1518309" y="0"/>
                    </a:lnTo>
                    <a:lnTo>
                      <a:pt x="1518309" y="1690777"/>
                    </a:lnTo>
                    <a:lnTo>
                      <a:pt x="0" y="1690777"/>
                    </a:lnTo>
                    <a:lnTo>
                      <a:pt x="899890" y="884188"/>
                    </a:lnTo>
                    <a:lnTo>
                      <a:pt x="900481" y="883698"/>
                    </a:lnTo>
                    <a:lnTo>
                      <a:pt x="900461" y="883676"/>
                    </a:lnTo>
                    <a:lnTo>
                      <a:pt x="900483" y="883656"/>
                    </a:lnTo>
                    <a:lnTo>
                      <a:pt x="899967" y="883115"/>
                    </a:lnTo>
                    <a:lnTo>
                      <a:pt x="121285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 dirty="0"/>
              </a:p>
            </p:txBody>
          </p:sp>
          <p:sp>
            <p:nvSpPr>
              <p:cNvPr id="145" name="Forme libre : forme 144">
                <a:extLst>
                  <a:ext uri="{FF2B5EF4-FFF2-40B4-BE49-F238E27FC236}">
                    <a16:creationId xmlns:a16="http://schemas.microsoft.com/office/drawing/2014/main" id="{11A125E4-4B93-4416-B98D-2A175D238148}"/>
                  </a:ext>
                </a:extLst>
              </p:cNvPr>
              <p:cNvSpPr/>
              <p:nvPr/>
            </p:nvSpPr>
            <p:spPr>
              <a:xfrm>
                <a:off x="2219028" y="2808971"/>
                <a:ext cx="1403542" cy="1689948"/>
              </a:xfrm>
              <a:custGeom>
                <a:avLst/>
                <a:gdLst>
                  <a:gd name="connsiteX0" fmla="*/ 0 w 1403542"/>
                  <a:gd name="connsiteY0" fmla="*/ 0 h 1690777"/>
                  <a:gd name="connsiteX1" fmla="*/ 671566 w 1403542"/>
                  <a:gd name="connsiteY1" fmla="*/ 0 h 1690777"/>
                  <a:gd name="connsiteX2" fmla="*/ 1403542 w 1403542"/>
                  <a:gd name="connsiteY2" fmla="*/ 879437 h 1690777"/>
                  <a:gd name="connsiteX3" fmla="*/ 549087 w 1403542"/>
                  <a:gd name="connsiteY3" fmla="*/ 1690777 h 1690777"/>
                  <a:gd name="connsiteX4" fmla="*/ 0 w 1403542"/>
                  <a:gd name="connsiteY4" fmla="*/ 1690777 h 1690777"/>
                  <a:gd name="connsiteX5" fmla="*/ 0 w 1403542"/>
                  <a:gd name="connsiteY5" fmla="*/ 0 h 1690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03542" h="1690777">
                    <a:moveTo>
                      <a:pt x="0" y="0"/>
                    </a:moveTo>
                    <a:lnTo>
                      <a:pt x="671566" y="0"/>
                    </a:lnTo>
                    <a:lnTo>
                      <a:pt x="1403542" y="879437"/>
                    </a:lnTo>
                    <a:lnTo>
                      <a:pt x="549087" y="1690777"/>
                    </a:lnTo>
                    <a:lnTo>
                      <a:pt x="0" y="169077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74" name="ZoneTexte 173">
              <a:extLst>
                <a:ext uri="{FF2B5EF4-FFF2-40B4-BE49-F238E27FC236}">
                  <a16:creationId xmlns:a16="http://schemas.microsoft.com/office/drawing/2014/main" id="{3CFB965A-3751-44FE-992C-1FD6445E3DBF}"/>
                </a:ext>
              </a:extLst>
            </p:cNvPr>
            <p:cNvSpPr txBox="1"/>
            <p:nvPr/>
          </p:nvSpPr>
          <p:spPr>
            <a:xfrm>
              <a:off x="5389671" y="2615766"/>
              <a:ext cx="648426" cy="506146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</a:p>
          </p:txBody>
        </p:sp>
      </p:grpSp>
      <p:grpSp>
        <p:nvGrpSpPr>
          <p:cNvPr id="180" name="Groupe 179">
            <a:extLst>
              <a:ext uri="{FF2B5EF4-FFF2-40B4-BE49-F238E27FC236}">
                <a16:creationId xmlns:a16="http://schemas.microsoft.com/office/drawing/2014/main" id="{95690DDA-058A-40E5-BED9-5B203AC277F8}"/>
              </a:ext>
            </a:extLst>
          </p:cNvPr>
          <p:cNvGrpSpPr/>
          <p:nvPr/>
        </p:nvGrpSpPr>
        <p:grpSpPr>
          <a:xfrm>
            <a:off x="6172306" y="2385317"/>
            <a:ext cx="2183905" cy="1287431"/>
            <a:chOff x="5989424" y="2140861"/>
            <a:chExt cx="2466145" cy="1411474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grpSp>
          <p:nvGrpSpPr>
            <p:cNvPr id="146" name="Groupe 145">
              <a:extLst>
                <a:ext uri="{FF2B5EF4-FFF2-40B4-BE49-F238E27FC236}">
                  <a16:creationId xmlns:a16="http://schemas.microsoft.com/office/drawing/2014/main" id="{6E83F3B8-97A5-451B-A798-9A655721CA74}"/>
                </a:ext>
              </a:extLst>
            </p:cNvPr>
            <p:cNvGrpSpPr/>
            <p:nvPr/>
          </p:nvGrpSpPr>
          <p:grpSpPr>
            <a:xfrm>
              <a:off x="5989424" y="2140861"/>
              <a:ext cx="2466145" cy="1411474"/>
              <a:chOff x="1140138" y="2808141"/>
              <a:chExt cx="2482432" cy="1690778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147" name="Forme libre : forme 146">
                <a:extLst>
                  <a:ext uri="{FF2B5EF4-FFF2-40B4-BE49-F238E27FC236}">
                    <a16:creationId xmlns:a16="http://schemas.microsoft.com/office/drawing/2014/main" id="{D4DF2575-B2D3-4370-B0E1-ED00722D79AA}"/>
                  </a:ext>
                </a:extLst>
              </p:cNvPr>
              <p:cNvSpPr/>
              <p:nvPr/>
            </p:nvSpPr>
            <p:spPr>
              <a:xfrm>
                <a:off x="1140138" y="2808141"/>
                <a:ext cx="1518309" cy="1690777"/>
              </a:xfrm>
              <a:custGeom>
                <a:avLst/>
                <a:gdLst>
                  <a:gd name="connsiteX0" fmla="*/ 121285 w 1518309"/>
                  <a:gd name="connsiteY0" fmla="*/ 0 h 1690777"/>
                  <a:gd name="connsiteX1" fmla="*/ 1518309 w 1518309"/>
                  <a:gd name="connsiteY1" fmla="*/ 0 h 1690777"/>
                  <a:gd name="connsiteX2" fmla="*/ 1518309 w 1518309"/>
                  <a:gd name="connsiteY2" fmla="*/ 1690777 h 1690777"/>
                  <a:gd name="connsiteX3" fmla="*/ 0 w 1518309"/>
                  <a:gd name="connsiteY3" fmla="*/ 1690777 h 1690777"/>
                  <a:gd name="connsiteX4" fmla="*/ 899890 w 1518309"/>
                  <a:gd name="connsiteY4" fmla="*/ 884188 h 1690777"/>
                  <a:gd name="connsiteX5" fmla="*/ 900481 w 1518309"/>
                  <a:gd name="connsiteY5" fmla="*/ 883698 h 1690777"/>
                  <a:gd name="connsiteX6" fmla="*/ 900461 w 1518309"/>
                  <a:gd name="connsiteY6" fmla="*/ 883676 h 1690777"/>
                  <a:gd name="connsiteX7" fmla="*/ 900483 w 1518309"/>
                  <a:gd name="connsiteY7" fmla="*/ 883656 h 1690777"/>
                  <a:gd name="connsiteX8" fmla="*/ 899967 w 1518309"/>
                  <a:gd name="connsiteY8" fmla="*/ 883115 h 1690777"/>
                  <a:gd name="connsiteX9" fmla="*/ 121285 w 1518309"/>
                  <a:gd name="connsiteY9" fmla="*/ 0 h 1690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18309" h="1690777">
                    <a:moveTo>
                      <a:pt x="121285" y="0"/>
                    </a:moveTo>
                    <a:lnTo>
                      <a:pt x="1518309" y="0"/>
                    </a:lnTo>
                    <a:lnTo>
                      <a:pt x="1518309" y="1690777"/>
                    </a:lnTo>
                    <a:lnTo>
                      <a:pt x="0" y="1690777"/>
                    </a:lnTo>
                    <a:lnTo>
                      <a:pt x="899890" y="884188"/>
                    </a:lnTo>
                    <a:lnTo>
                      <a:pt x="900481" y="883698"/>
                    </a:lnTo>
                    <a:lnTo>
                      <a:pt x="900461" y="883676"/>
                    </a:lnTo>
                    <a:lnTo>
                      <a:pt x="900483" y="883656"/>
                    </a:lnTo>
                    <a:lnTo>
                      <a:pt x="899967" y="883115"/>
                    </a:lnTo>
                    <a:lnTo>
                      <a:pt x="121285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 dirty="0"/>
              </a:p>
            </p:txBody>
          </p:sp>
          <p:sp>
            <p:nvSpPr>
              <p:cNvPr id="148" name="Forme libre : forme 147">
                <a:extLst>
                  <a:ext uri="{FF2B5EF4-FFF2-40B4-BE49-F238E27FC236}">
                    <a16:creationId xmlns:a16="http://schemas.microsoft.com/office/drawing/2014/main" id="{4D0EFBF7-3D19-4B3A-87AD-7420C712E97B}"/>
                  </a:ext>
                </a:extLst>
              </p:cNvPr>
              <p:cNvSpPr/>
              <p:nvPr/>
            </p:nvSpPr>
            <p:spPr>
              <a:xfrm>
                <a:off x="2219028" y="2808971"/>
                <a:ext cx="1403542" cy="1689948"/>
              </a:xfrm>
              <a:custGeom>
                <a:avLst/>
                <a:gdLst>
                  <a:gd name="connsiteX0" fmla="*/ 0 w 1403542"/>
                  <a:gd name="connsiteY0" fmla="*/ 0 h 1690777"/>
                  <a:gd name="connsiteX1" fmla="*/ 671566 w 1403542"/>
                  <a:gd name="connsiteY1" fmla="*/ 0 h 1690777"/>
                  <a:gd name="connsiteX2" fmla="*/ 1403542 w 1403542"/>
                  <a:gd name="connsiteY2" fmla="*/ 879437 h 1690777"/>
                  <a:gd name="connsiteX3" fmla="*/ 549087 w 1403542"/>
                  <a:gd name="connsiteY3" fmla="*/ 1690777 h 1690777"/>
                  <a:gd name="connsiteX4" fmla="*/ 0 w 1403542"/>
                  <a:gd name="connsiteY4" fmla="*/ 1690777 h 1690777"/>
                  <a:gd name="connsiteX5" fmla="*/ 0 w 1403542"/>
                  <a:gd name="connsiteY5" fmla="*/ 0 h 1690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03542" h="1690777">
                    <a:moveTo>
                      <a:pt x="0" y="0"/>
                    </a:moveTo>
                    <a:lnTo>
                      <a:pt x="671566" y="0"/>
                    </a:lnTo>
                    <a:lnTo>
                      <a:pt x="1403542" y="879437"/>
                    </a:lnTo>
                    <a:lnTo>
                      <a:pt x="549087" y="1690777"/>
                    </a:lnTo>
                    <a:lnTo>
                      <a:pt x="0" y="169077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75" name="ZoneTexte 174">
              <a:extLst>
                <a:ext uri="{FF2B5EF4-FFF2-40B4-BE49-F238E27FC236}">
                  <a16:creationId xmlns:a16="http://schemas.microsoft.com/office/drawing/2014/main" id="{E6C1AD94-1337-487F-89F1-514EDD2E8849}"/>
                </a:ext>
              </a:extLst>
            </p:cNvPr>
            <p:cNvSpPr txBox="1"/>
            <p:nvPr/>
          </p:nvSpPr>
          <p:spPr>
            <a:xfrm>
              <a:off x="6960327" y="2615766"/>
              <a:ext cx="885246" cy="506146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05</a:t>
              </a:r>
            </a:p>
          </p:txBody>
        </p:sp>
      </p:grpSp>
      <p:grpSp>
        <p:nvGrpSpPr>
          <p:cNvPr id="188" name="Groupe 187">
            <a:extLst>
              <a:ext uri="{FF2B5EF4-FFF2-40B4-BE49-F238E27FC236}">
                <a16:creationId xmlns:a16="http://schemas.microsoft.com/office/drawing/2014/main" id="{5A0DD77A-B118-43FB-A46B-3060C9DF23DA}"/>
              </a:ext>
            </a:extLst>
          </p:cNvPr>
          <p:cNvGrpSpPr/>
          <p:nvPr/>
        </p:nvGrpSpPr>
        <p:grpSpPr>
          <a:xfrm>
            <a:off x="2222030" y="3945531"/>
            <a:ext cx="2093755" cy="1153783"/>
            <a:chOff x="2095418" y="4426855"/>
            <a:chExt cx="2467878" cy="1411475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grpSp>
          <p:nvGrpSpPr>
            <p:cNvPr id="162" name="Groupe 161">
              <a:extLst>
                <a:ext uri="{FF2B5EF4-FFF2-40B4-BE49-F238E27FC236}">
                  <a16:creationId xmlns:a16="http://schemas.microsoft.com/office/drawing/2014/main" id="{7993293F-A95F-4024-BFEB-A4EB6C8F2EEE}"/>
                </a:ext>
              </a:extLst>
            </p:cNvPr>
            <p:cNvGrpSpPr/>
            <p:nvPr/>
          </p:nvGrpSpPr>
          <p:grpSpPr>
            <a:xfrm>
              <a:off x="2095418" y="4426855"/>
              <a:ext cx="2467878" cy="1411475"/>
              <a:chOff x="1140138" y="2808141"/>
              <a:chExt cx="2482432" cy="1690778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163" name="Forme libre : forme 162">
                <a:extLst>
                  <a:ext uri="{FF2B5EF4-FFF2-40B4-BE49-F238E27FC236}">
                    <a16:creationId xmlns:a16="http://schemas.microsoft.com/office/drawing/2014/main" id="{8EC2798C-2A18-4330-857B-D88DF8078593}"/>
                  </a:ext>
                </a:extLst>
              </p:cNvPr>
              <p:cNvSpPr/>
              <p:nvPr/>
            </p:nvSpPr>
            <p:spPr>
              <a:xfrm>
                <a:off x="1140138" y="2808141"/>
                <a:ext cx="1518309" cy="1690777"/>
              </a:xfrm>
              <a:custGeom>
                <a:avLst/>
                <a:gdLst>
                  <a:gd name="connsiteX0" fmla="*/ 121285 w 1518309"/>
                  <a:gd name="connsiteY0" fmla="*/ 0 h 1690777"/>
                  <a:gd name="connsiteX1" fmla="*/ 1518309 w 1518309"/>
                  <a:gd name="connsiteY1" fmla="*/ 0 h 1690777"/>
                  <a:gd name="connsiteX2" fmla="*/ 1518309 w 1518309"/>
                  <a:gd name="connsiteY2" fmla="*/ 1690777 h 1690777"/>
                  <a:gd name="connsiteX3" fmla="*/ 0 w 1518309"/>
                  <a:gd name="connsiteY3" fmla="*/ 1690777 h 1690777"/>
                  <a:gd name="connsiteX4" fmla="*/ 899890 w 1518309"/>
                  <a:gd name="connsiteY4" fmla="*/ 884188 h 1690777"/>
                  <a:gd name="connsiteX5" fmla="*/ 900481 w 1518309"/>
                  <a:gd name="connsiteY5" fmla="*/ 883698 h 1690777"/>
                  <a:gd name="connsiteX6" fmla="*/ 900461 w 1518309"/>
                  <a:gd name="connsiteY6" fmla="*/ 883676 h 1690777"/>
                  <a:gd name="connsiteX7" fmla="*/ 900483 w 1518309"/>
                  <a:gd name="connsiteY7" fmla="*/ 883656 h 1690777"/>
                  <a:gd name="connsiteX8" fmla="*/ 899967 w 1518309"/>
                  <a:gd name="connsiteY8" fmla="*/ 883115 h 1690777"/>
                  <a:gd name="connsiteX9" fmla="*/ 121285 w 1518309"/>
                  <a:gd name="connsiteY9" fmla="*/ 0 h 1690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18309" h="1690777">
                    <a:moveTo>
                      <a:pt x="121285" y="0"/>
                    </a:moveTo>
                    <a:lnTo>
                      <a:pt x="1518309" y="0"/>
                    </a:lnTo>
                    <a:lnTo>
                      <a:pt x="1518309" y="1690777"/>
                    </a:lnTo>
                    <a:lnTo>
                      <a:pt x="0" y="1690777"/>
                    </a:lnTo>
                    <a:lnTo>
                      <a:pt x="899890" y="884188"/>
                    </a:lnTo>
                    <a:lnTo>
                      <a:pt x="900481" y="883698"/>
                    </a:lnTo>
                    <a:lnTo>
                      <a:pt x="900461" y="883676"/>
                    </a:lnTo>
                    <a:lnTo>
                      <a:pt x="900483" y="883656"/>
                    </a:lnTo>
                    <a:lnTo>
                      <a:pt x="899967" y="883115"/>
                    </a:lnTo>
                    <a:lnTo>
                      <a:pt x="121285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 dirty="0"/>
              </a:p>
            </p:txBody>
          </p:sp>
          <p:sp>
            <p:nvSpPr>
              <p:cNvPr id="164" name="Forme libre : forme 163">
                <a:extLst>
                  <a:ext uri="{FF2B5EF4-FFF2-40B4-BE49-F238E27FC236}">
                    <a16:creationId xmlns:a16="http://schemas.microsoft.com/office/drawing/2014/main" id="{E66C5532-1840-4ECF-97CE-F4E93B21C1A5}"/>
                  </a:ext>
                </a:extLst>
              </p:cNvPr>
              <p:cNvSpPr/>
              <p:nvPr/>
            </p:nvSpPr>
            <p:spPr>
              <a:xfrm>
                <a:off x="2219028" y="2808971"/>
                <a:ext cx="1403542" cy="1689948"/>
              </a:xfrm>
              <a:custGeom>
                <a:avLst/>
                <a:gdLst>
                  <a:gd name="connsiteX0" fmla="*/ 0 w 1403542"/>
                  <a:gd name="connsiteY0" fmla="*/ 0 h 1690777"/>
                  <a:gd name="connsiteX1" fmla="*/ 671566 w 1403542"/>
                  <a:gd name="connsiteY1" fmla="*/ 0 h 1690777"/>
                  <a:gd name="connsiteX2" fmla="*/ 1403542 w 1403542"/>
                  <a:gd name="connsiteY2" fmla="*/ 879437 h 1690777"/>
                  <a:gd name="connsiteX3" fmla="*/ 549087 w 1403542"/>
                  <a:gd name="connsiteY3" fmla="*/ 1690777 h 1690777"/>
                  <a:gd name="connsiteX4" fmla="*/ 0 w 1403542"/>
                  <a:gd name="connsiteY4" fmla="*/ 1690777 h 1690777"/>
                  <a:gd name="connsiteX5" fmla="*/ 0 w 1403542"/>
                  <a:gd name="connsiteY5" fmla="*/ 0 h 1690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03542" h="1690777">
                    <a:moveTo>
                      <a:pt x="0" y="0"/>
                    </a:moveTo>
                    <a:lnTo>
                      <a:pt x="671566" y="0"/>
                    </a:lnTo>
                    <a:lnTo>
                      <a:pt x="1403542" y="879437"/>
                    </a:lnTo>
                    <a:lnTo>
                      <a:pt x="549087" y="1690777"/>
                    </a:lnTo>
                    <a:lnTo>
                      <a:pt x="0" y="169077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81" name="ZoneTexte 180">
              <a:extLst>
                <a:ext uri="{FF2B5EF4-FFF2-40B4-BE49-F238E27FC236}">
                  <a16:creationId xmlns:a16="http://schemas.microsoft.com/office/drawing/2014/main" id="{12299D4B-D803-4331-8E97-B6A795504544}"/>
                </a:ext>
              </a:extLst>
            </p:cNvPr>
            <p:cNvSpPr txBox="1"/>
            <p:nvPr/>
          </p:nvSpPr>
          <p:spPr>
            <a:xfrm>
              <a:off x="3209648" y="4867339"/>
              <a:ext cx="695053" cy="564776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06</a:t>
              </a:r>
            </a:p>
          </p:txBody>
        </p:sp>
      </p:grpSp>
      <p:grpSp>
        <p:nvGrpSpPr>
          <p:cNvPr id="189" name="Groupe 188">
            <a:extLst>
              <a:ext uri="{FF2B5EF4-FFF2-40B4-BE49-F238E27FC236}">
                <a16:creationId xmlns:a16="http://schemas.microsoft.com/office/drawing/2014/main" id="{0E57B7C3-89F5-42BF-8412-E2A972F9FD7D}"/>
              </a:ext>
            </a:extLst>
          </p:cNvPr>
          <p:cNvGrpSpPr/>
          <p:nvPr/>
        </p:nvGrpSpPr>
        <p:grpSpPr>
          <a:xfrm>
            <a:off x="4002691" y="3963199"/>
            <a:ext cx="2093755" cy="1153783"/>
            <a:chOff x="3876079" y="4444523"/>
            <a:chExt cx="2467878" cy="1411475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grpSp>
          <p:nvGrpSpPr>
            <p:cNvPr id="150" name="Groupe 149">
              <a:extLst>
                <a:ext uri="{FF2B5EF4-FFF2-40B4-BE49-F238E27FC236}">
                  <a16:creationId xmlns:a16="http://schemas.microsoft.com/office/drawing/2014/main" id="{B59C8FD3-C1A8-4138-B044-B9C06F243F77}"/>
                </a:ext>
              </a:extLst>
            </p:cNvPr>
            <p:cNvGrpSpPr/>
            <p:nvPr/>
          </p:nvGrpSpPr>
          <p:grpSpPr>
            <a:xfrm>
              <a:off x="3876079" y="4444523"/>
              <a:ext cx="2467878" cy="1411475"/>
              <a:chOff x="1140138" y="2808141"/>
              <a:chExt cx="2482432" cy="1690778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151" name="Forme libre : forme 150">
                <a:extLst>
                  <a:ext uri="{FF2B5EF4-FFF2-40B4-BE49-F238E27FC236}">
                    <a16:creationId xmlns:a16="http://schemas.microsoft.com/office/drawing/2014/main" id="{4A9FA371-19D8-4C8E-9BF5-02BD45490E67}"/>
                  </a:ext>
                </a:extLst>
              </p:cNvPr>
              <p:cNvSpPr/>
              <p:nvPr/>
            </p:nvSpPr>
            <p:spPr>
              <a:xfrm>
                <a:off x="1140138" y="2808141"/>
                <a:ext cx="1518309" cy="1690777"/>
              </a:xfrm>
              <a:custGeom>
                <a:avLst/>
                <a:gdLst>
                  <a:gd name="connsiteX0" fmla="*/ 121285 w 1518309"/>
                  <a:gd name="connsiteY0" fmla="*/ 0 h 1690777"/>
                  <a:gd name="connsiteX1" fmla="*/ 1518309 w 1518309"/>
                  <a:gd name="connsiteY1" fmla="*/ 0 h 1690777"/>
                  <a:gd name="connsiteX2" fmla="*/ 1518309 w 1518309"/>
                  <a:gd name="connsiteY2" fmla="*/ 1690777 h 1690777"/>
                  <a:gd name="connsiteX3" fmla="*/ 0 w 1518309"/>
                  <a:gd name="connsiteY3" fmla="*/ 1690777 h 1690777"/>
                  <a:gd name="connsiteX4" fmla="*/ 899890 w 1518309"/>
                  <a:gd name="connsiteY4" fmla="*/ 884188 h 1690777"/>
                  <a:gd name="connsiteX5" fmla="*/ 900481 w 1518309"/>
                  <a:gd name="connsiteY5" fmla="*/ 883698 h 1690777"/>
                  <a:gd name="connsiteX6" fmla="*/ 900461 w 1518309"/>
                  <a:gd name="connsiteY6" fmla="*/ 883676 h 1690777"/>
                  <a:gd name="connsiteX7" fmla="*/ 900483 w 1518309"/>
                  <a:gd name="connsiteY7" fmla="*/ 883656 h 1690777"/>
                  <a:gd name="connsiteX8" fmla="*/ 899967 w 1518309"/>
                  <a:gd name="connsiteY8" fmla="*/ 883115 h 1690777"/>
                  <a:gd name="connsiteX9" fmla="*/ 121285 w 1518309"/>
                  <a:gd name="connsiteY9" fmla="*/ 0 h 1690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18309" h="1690777">
                    <a:moveTo>
                      <a:pt x="121285" y="0"/>
                    </a:moveTo>
                    <a:lnTo>
                      <a:pt x="1518309" y="0"/>
                    </a:lnTo>
                    <a:lnTo>
                      <a:pt x="1518309" y="1690777"/>
                    </a:lnTo>
                    <a:lnTo>
                      <a:pt x="0" y="1690777"/>
                    </a:lnTo>
                    <a:lnTo>
                      <a:pt x="899890" y="884188"/>
                    </a:lnTo>
                    <a:lnTo>
                      <a:pt x="900481" y="883698"/>
                    </a:lnTo>
                    <a:lnTo>
                      <a:pt x="900461" y="883676"/>
                    </a:lnTo>
                    <a:lnTo>
                      <a:pt x="900483" y="883656"/>
                    </a:lnTo>
                    <a:lnTo>
                      <a:pt x="899967" y="883115"/>
                    </a:lnTo>
                    <a:lnTo>
                      <a:pt x="121285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 dirty="0"/>
              </a:p>
            </p:txBody>
          </p:sp>
          <p:sp>
            <p:nvSpPr>
              <p:cNvPr id="152" name="Forme libre : forme 151">
                <a:extLst>
                  <a:ext uri="{FF2B5EF4-FFF2-40B4-BE49-F238E27FC236}">
                    <a16:creationId xmlns:a16="http://schemas.microsoft.com/office/drawing/2014/main" id="{ABA1C016-EF9C-4CA4-8D5F-52F0BC2A36BA}"/>
                  </a:ext>
                </a:extLst>
              </p:cNvPr>
              <p:cNvSpPr/>
              <p:nvPr/>
            </p:nvSpPr>
            <p:spPr>
              <a:xfrm>
                <a:off x="2219028" y="2808971"/>
                <a:ext cx="1403542" cy="1689948"/>
              </a:xfrm>
              <a:custGeom>
                <a:avLst/>
                <a:gdLst>
                  <a:gd name="connsiteX0" fmla="*/ 0 w 1403542"/>
                  <a:gd name="connsiteY0" fmla="*/ 0 h 1690777"/>
                  <a:gd name="connsiteX1" fmla="*/ 671566 w 1403542"/>
                  <a:gd name="connsiteY1" fmla="*/ 0 h 1690777"/>
                  <a:gd name="connsiteX2" fmla="*/ 1403542 w 1403542"/>
                  <a:gd name="connsiteY2" fmla="*/ 879437 h 1690777"/>
                  <a:gd name="connsiteX3" fmla="*/ 549087 w 1403542"/>
                  <a:gd name="connsiteY3" fmla="*/ 1690777 h 1690777"/>
                  <a:gd name="connsiteX4" fmla="*/ 0 w 1403542"/>
                  <a:gd name="connsiteY4" fmla="*/ 1690777 h 1690777"/>
                  <a:gd name="connsiteX5" fmla="*/ 0 w 1403542"/>
                  <a:gd name="connsiteY5" fmla="*/ 0 h 1690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03542" h="1690777">
                    <a:moveTo>
                      <a:pt x="0" y="0"/>
                    </a:moveTo>
                    <a:lnTo>
                      <a:pt x="671566" y="0"/>
                    </a:lnTo>
                    <a:lnTo>
                      <a:pt x="1403542" y="879437"/>
                    </a:lnTo>
                    <a:lnTo>
                      <a:pt x="549087" y="1690777"/>
                    </a:lnTo>
                    <a:lnTo>
                      <a:pt x="0" y="169077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82" name="ZoneTexte 181">
              <a:extLst>
                <a:ext uri="{FF2B5EF4-FFF2-40B4-BE49-F238E27FC236}">
                  <a16:creationId xmlns:a16="http://schemas.microsoft.com/office/drawing/2014/main" id="{18239704-068D-445C-BF98-05FE1F383051}"/>
                </a:ext>
              </a:extLst>
            </p:cNvPr>
            <p:cNvSpPr txBox="1"/>
            <p:nvPr/>
          </p:nvSpPr>
          <p:spPr>
            <a:xfrm>
              <a:off x="5028805" y="4867338"/>
              <a:ext cx="689721" cy="564776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07</a:t>
              </a:r>
            </a:p>
          </p:txBody>
        </p:sp>
      </p:grpSp>
      <p:grpSp>
        <p:nvGrpSpPr>
          <p:cNvPr id="190" name="Groupe 189">
            <a:extLst>
              <a:ext uri="{FF2B5EF4-FFF2-40B4-BE49-F238E27FC236}">
                <a16:creationId xmlns:a16="http://schemas.microsoft.com/office/drawing/2014/main" id="{CEA0E3C6-87D8-46E8-9907-E4E2F0B024BD}"/>
              </a:ext>
            </a:extLst>
          </p:cNvPr>
          <p:cNvGrpSpPr/>
          <p:nvPr/>
        </p:nvGrpSpPr>
        <p:grpSpPr>
          <a:xfrm>
            <a:off x="5783352" y="3963198"/>
            <a:ext cx="2093755" cy="1153783"/>
            <a:chOff x="5656740" y="4444522"/>
            <a:chExt cx="2467878" cy="1411475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grpSp>
          <p:nvGrpSpPr>
            <p:cNvPr id="153" name="Groupe 152">
              <a:extLst>
                <a:ext uri="{FF2B5EF4-FFF2-40B4-BE49-F238E27FC236}">
                  <a16:creationId xmlns:a16="http://schemas.microsoft.com/office/drawing/2014/main" id="{2DB943D7-76ED-473A-A39D-62999899D225}"/>
                </a:ext>
              </a:extLst>
            </p:cNvPr>
            <p:cNvGrpSpPr/>
            <p:nvPr/>
          </p:nvGrpSpPr>
          <p:grpSpPr>
            <a:xfrm>
              <a:off x="5656740" y="4444522"/>
              <a:ext cx="2467878" cy="1411475"/>
              <a:chOff x="1140138" y="2808141"/>
              <a:chExt cx="2482432" cy="1690778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154" name="Forme libre : forme 153">
                <a:extLst>
                  <a:ext uri="{FF2B5EF4-FFF2-40B4-BE49-F238E27FC236}">
                    <a16:creationId xmlns:a16="http://schemas.microsoft.com/office/drawing/2014/main" id="{167F3ACE-C21F-427B-B51D-5350D7A2C710}"/>
                  </a:ext>
                </a:extLst>
              </p:cNvPr>
              <p:cNvSpPr/>
              <p:nvPr/>
            </p:nvSpPr>
            <p:spPr>
              <a:xfrm>
                <a:off x="1140138" y="2808141"/>
                <a:ext cx="1518309" cy="1690777"/>
              </a:xfrm>
              <a:custGeom>
                <a:avLst/>
                <a:gdLst>
                  <a:gd name="connsiteX0" fmla="*/ 121285 w 1518309"/>
                  <a:gd name="connsiteY0" fmla="*/ 0 h 1690777"/>
                  <a:gd name="connsiteX1" fmla="*/ 1518309 w 1518309"/>
                  <a:gd name="connsiteY1" fmla="*/ 0 h 1690777"/>
                  <a:gd name="connsiteX2" fmla="*/ 1518309 w 1518309"/>
                  <a:gd name="connsiteY2" fmla="*/ 1690777 h 1690777"/>
                  <a:gd name="connsiteX3" fmla="*/ 0 w 1518309"/>
                  <a:gd name="connsiteY3" fmla="*/ 1690777 h 1690777"/>
                  <a:gd name="connsiteX4" fmla="*/ 899890 w 1518309"/>
                  <a:gd name="connsiteY4" fmla="*/ 884188 h 1690777"/>
                  <a:gd name="connsiteX5" fmla="*/ 900481 w 1518309"/>
                  <a:gd name="connsiteY5" fmla="*/ 883698 h 1690777"/>
                  <a:gd name="connsiteX6" fmla="*/ 900461 w 1518309"/>
                  <a:gd name="connsiteY6" fmla="*/ 883676 h 1690777"/>
                  <a:gd name="connsiteX7" fmla="*/ 900483 w 1518309"/>
                  <a:gd name="connsiteY7" fmla="*/ 883656 h 1690777"/>
                  <a:gd name="connsiteX8" fmla="*/ 899967 w 1518309"/>
                  <a:gd name="connsiteY8" fmla="*/ 883115 h 1690777"/>
                  <a:gd name="connsiteX9" fmla="*/ 121285 w 1518309"/>
                  <a:gd name="connsiteY9" fmla="*/ 0 h 1690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18309" h="1690777">
                    <a:moveTo>
                      <a:pt x="121285" y="0"/>
                    </a:moveTo>
                    <a:lnTo>
                      <a:pt x="1518309" y="0"/>
                    </a:lnTo>
                    <a:lnTo>
                      <a:pt x="1518309" y="1690777"/>
                    </a:lnTo>
                    <a:lnTo>
                      <a:pt x="0" y="1690777"/>
                    </a:lnTo>
                    <a:lnTo>
                      <a:pt x="899890" y="884188"/>
                    </a:lnTo>
                    <a:lnTo>
                      <a:pt x="900481" y="883698"/>
                    </a:lnTo>
                    <a:lnTo>
                      <a:pt x="900461" y="883676"/>
                    </a:lnTo>
                    <a:lnTo>
                      <a:pt x="900483" y="883656"/>
                    </a:lnTo>
                    <a:lnTo>
                      <a:pt x="899967" y="883115"/>
                    </a:lnTo>
                    <a:lnTo>
                      <a:pt x="121285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 dirty="0"/>
              </a:p>
            </p:txBody>
          </p:sp>
          <p:sp>
            <p:nvSpPr>
              <p:cNvPr id="155" name="Forme libre : forme 154">
                <a:extLst>
                  <a:ext uri="{FF2B5EF4-FFF2-40B4-BE49-F238E27FC236}">
                    <a16:creationId xmlns:a16="http://schemas.microsoft.com/office/drawing/2014/main" id="{46497AEB-1F47-4490-8775-E1A97418A365}"/>
                  </a:ext>
                </a:extLst>
              </p:cNvPr>
              <p:cNvSpPr/>
              <p:nvPr/>
            </p:nvSpPr>
            <p:spPr>
              <a:xfrm>
                <a:off x="2219028" y="2808971"/>
                <a:ext cx="1403542" cy="1689948"/>
              </a:xfrm>
              <a:custGeom>
                <a:avLst/>
                <a:gdLst>
                  <a:gd name="connsiteX0" fmla="*/ 0 w 1403542"/>
                  <a:gd name="connsiteY0" fmla="*/ 0 h 1690777"/>
                  <a:gd name="connsiteX1" fmla="*/ 671566 w 1403542"/>
                  <a:gd name="connsiteY1" fmla="*/ 0 h 1690777"/>
                  <a:gd name="connsiteX2" fmla="*/ 1403542 w 1403542"/>
                  <a:gd name="connsiteY2" fmla="*/ 879437 h 1690777"/>
                  <a:gd name="connsiteX3" fmla="*/ 549087 w 1403542"/>
                  <a:gd name="connsiteY3" fmla="*/ 1690777 h 1690777"/>
                  <a:gd name="connsiteX4" fmla="*/ 0 w 1403542"/>
                  <a:gd name="connsiteY4" fmla="*/ 1690777 h 1690777"/>
                  <a:gd name="connsiteX5" fmla="*/ 0 w 1403542"/>
                  <a:gd name="connsiteY5" fmla="*/ 0 h 1690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03542" h="1690777">
                    <a:moveTo>
                      <a:pt x="0" y="0"/>
                    </a:moveTo>
                    <a:lnTo>
                      <a:pt x="671566" y="0"/>
                    </a:lnTo>
                    <a:lnTo>
                      <a:pt x="1403542" y="879437"/>
                    </a:lnTo>
                    <a:lnTo>
                      <a:pt x="549087" y="1690777"/>
                    </a:lnTo>
                    <a:lnTo>
                      <a:pt x="0" y="169077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83" name="ZoneTexte 182">
              <a:extLst>
                <a:ext uri="{FF2B5EF4-FFF2-40B4-BE49-F238E27FC236}">
                  <a16:creationId xmlns:a16="http://schemas.microsoft.com/office/drawing/2014/main" id="{541E8AD0-210D-40DA-8590-AA321AF8F0AC}"/>
                </a:ext>
              </a:extLst>
            </p:cNvPr>
            <p:cNvSpPr txBox="1"/>
            <p:nvPr/>
          </p:nvSpPr>
          <p:spPr>
            <a:xfrm>
              <a:off x="6786841" y="4867337"/>
              <a:ext cx="713989" cy="564776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08</a:t>
              </a:r>
            </a:p>
          </p:txBody>
        </p:sp>
      </p:grpSp>
      <p:grpSp>
        <p:nvGrpSpPr>
          <p:cNvPr id="191" name="Groupe 190">
            <a:extLst>
              <a:ext uri="{FF2B5EF4-FFF2-40B4-BE49-F238E27FC236}">
                <a16:creationId xmlns:a16="http://schemas.microsoft.com/office/drawing/2014/main" id="{518F1C1F-89B1-42D3-BFFD-649C1CE58DBA}"/>
              </a:ext>
            </a:extLst>
          </p:cNvPr>
          <p:cNvGrpSpPr/>
          <p:nvPr/>
        </p:nvGrpSpPr>
        <p:grpSpPr>
          <a:xfrm>
            <a:off x="7564013" y="3963197"/>
            <a:ext cx="2093755" cy="1153783"/>
            <a:chOff x="7437401" y="4444521"/>
            <a:chExt cx="2467878" cy="1411475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grpSp>
          <p:nvGrpSpPr>
            <p:cNvPr id="156" name="Groupe 155">
              <a:extLst>
                <a:ext uri="{FF2B5EF4-FFF2-40B4-BE49-F238E27FC236}">
                  <a16:creationId xmlns:a16="http://schemas.microsoft.com/office/drawing/2014/main" id="{EFE233D8-89E4-4404-A6EB-6ECB3B7F363A}"/>
                </a:ext>
              </a:extLst>
            </p:cNvPr>
            <p:cNvGrpSpPr/>
            <p:nvPr/>
          </p:nvGrpSpPr>
          <p:grpSpPr>
            <a:xfrm>
              <a:off x="7437401" y="4444521"/>
              <a:ext cx="2467878" cy="1411475"/>
              <a:chOff x="1140138" y="2808141"/>
              <a:chExt cx="2482432" cy="1690778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157" name="Forme libre : forme 156">
                <a:extLst>
                  <a:ext uri="{FF2B5EF4-FFF2-40B4-BE49-F238E27FC236}">
                    <a16:creationId xmlns:a16="http://schemas.microsoft.com/office/drawing/2014/main" id="{AE6FCFDF-920D-49B9-931F-A55B27595933}"/>
                  </a:ext>
                </a:extLst>
              </p:cNvPr>
              <p:cNvSpPr/>
              <p:nvPr/>
            </p:nvSpPr>
            <p:spPr>
              <a:xfrm>
                <a:off x="1140138" y="2808141"/>
                <a:ext cx="1518309" cy="1690777"/>
              </a:xfrm>
              <a:custGeom>
                <a:avLst/>
                <a:gdLst>
                  <a:gd name="connsiteX0" fmla="*/ 121285 w 1518309"/>
                  <a:gd name="connsiteY0" fmla="*/ 0 h 1690777"/>
                  <a:gd name="connsiteX1" fmla="*/ 1518309 w 1518309"/>
                  <a:gd name="connsiteY1" fmla="*/ 0 h 1690777"/>
                  <a:gd name="connsiteX2" fmla="*/ 1518309 w 1518309"/>
                  <a:gd name="connsiteY2" fmla="*/ 1690777 h 1690777"/>
                  <a:gd name="connsiteX3" fmla="*/ 0 w 1518309"/>
                  <a:gd name="connsiteY3" fmla="*/ 1690777 h 1690777"/>
                  <a:gd name="connsiteX4" fmla="*/ 899890 w 1518309"/>
                  <a:gd name="connsiteY4" fmla="*/ 884188 h 1690777"/>
                  <a:gd name="connsiteX5" fmla="*/ 900481 w 1518309"/>
                  <a:gd name="connsiteY5" fmla="*/ 883698 h 1690777"/>
                  <a:gd name="connsiteX6" fmla="*/ 900461 w 1518309"/>
                  <a:gd name="connsiteY6" fmla="*/ 883676 h 1690777"/>
                  <a:gd name="connsiteX7" fmla="*/ 900483 w 1518309"/>
                  <a:gd name="connsiteY7" fmla="*/ 883656 h 1690777"/>
                  <a:gd name="connsiteX8" fmla="*/ 899967 w 1518309"/>
                  <a:gd name="connsiteY8" fmla="*/ 883115 h 1690777"/>
                  <a:gd name="connsiteX9" fmla="*/ 121285 w 1518309"/>
                  <a:gd name="connsiteY9" fmla="*/ 0 h 1690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18309" h="1690777">
                    <a:moveTo>
                      <a:pt x="121285" y="0"/>
                    </a:moveTo>
                    <a:lnTo>
                      <a:pt x="1518309" y="0"/>
                    </a:lnTo>
                    <a:lnTo>
                      <a:pt x="1518309" y="1690777"/>
                    </a:lnTo>
                    <a:lnTo>
                      <a:pt x="0" y="1690777"/>
                    </a:lnTo>
                    <a:lnTo>
                      <a:pt x="899890" y="884188"/>
                    </a:lnTo>
                    <a:lnTo>
                      <a:pt x="900481" y="883698"/>
                    </a:lnTo>
                    <a:lnTo>
                      <a:pt x="900461" y="883676"/>
                    </a:lnTo>
                    <a:lnTo>
                      <a:pt x="900483" y="883656"/>
                    </a:lnTo>
                    <a:lnTo>
                      <a:pt x="899967" y="883115"/>
                    </a:lnTo>
                    <a:lnTo>
                      <a:pt x="121285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 dirty="0"/>
              </a:p>
            </p:txBody>
          </p:sp>
          <p:sp>
            <p:nvSpPr>
              <p:cNvPr id="158" name="Forme libre : forme 157">
                <a:extLst>
                  <a:ext uri="{FF2B5EF4-FFF2-40B4-BE49-F238E27FC236}">
                    <a16:creationId xmlns:a16="http://schemas.microsoft.com/office/drawing/2014/main" id="{5EADE816-46A1-4341-9F1C-AEE13AA07DFE}"/>
                  </a:ext>
                </a:extLst>
              </p:cNvPr>
              <p:cNvSpPr/>
              <p:nvPr/>
            </p:nvSpPr>
            <p:spPr>
              <a:xfrm>
                <a:off x="2219028" y="2808971"/>
                <a:ext cx="1403542" cy="1689948"/>
              </a:xfrm>
              <a:custGeom>
                <a:avLst/>
                <a:gdLst>
                  <a:gd name="connsiteX0" fmla="*/ 0 w 1403542"/>
                  <a:gd name="connsiteY0" fmla="*/ 0 h 1690777"/>
                  <a:gd name="connsiteX1" fmla="*/ 671566 w 1403542"/>
                  <a:gd name="connsiteY1" fmla="*/ 0 h 1690777"/>
                  <a:gd name="connsiteX2" fmla="*/ 1403542 w 1403542"/>
                  <a:gd name="connsiteY2" fmla="*/ 879437 h 1690777"/>
                  <a:gd name="connsiteX3" fmla="*/ 549087 w 1403542"/>
                  <a:gd name="connsiteY3" fmla="*/ 1690777 h 1690777"/>
                  <a:gd name="connsiteX4" fmla="*/ 0 w 1403542"/>
                  <a:gd name="connsiteY4" fmla="*/ 1690777 h 1690777"/>
                  <a:gd name="connsiteX5" fmla="*/ 0 w 1403542"/>
                  <a:gd name="connsiteY5" fmla="*/ 0 h 1690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03542" h="1690777">
                    <a:moveTo>
                      <a:pt x="0" y="0"/>
                    </a:moveTo>
                    <a:lnTo>
                      <a:pt x="671566" y="0"/>
                    </a:lnTo>
                    <a:lnTo>
                      <a:pt x="1403542" y="879437"/>
                    </a:lnTo>
                    <a:lnTo>
                      <a:pt x="549087" y="1690777"/>
                    </a:lnTo>
                    <a:lnTo>
                      <a:pt x="0" y="169077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84" name="ZoneTexte 183">
              <a:extLst>
                <a:ext uri="{FF2B5EF4-FFF2-40B4-BE49-F238E27FC236}">
                  <a16:creationId xmlns:a16="http://schemas.microsoft.com/office/drawing/2014/main" id="{DB966708-A4FC-46D3-890D-AF6C6EF414D9}"/>
                </a:ext>
              </a:extLst>
            </p:cNvPr>
            <p:cNvSpPr txBox="1"/>
            <p:nvPr/>
          </p:nvSpPr>
          <p:spPr>
            <a:xfrm>
              <a:off x="8514469" y="4867336"/>
              <a:ext cx="820434" cy="564776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09</a:t>
              </a:r>
            </a:p>
          </p:txBody>
        </p:sp>
      </p:grpSp>
      <p:grpSp>
        <p:nvGrpSpPr>
          <p:cNvPr id="192" name="Groupe 191">
            <a:extLst>
              <a:ext uri="{FF2B5EF4-FFF2-40B4-BE49-F238E27FC236}">
                <a16:creationId xmlns:a16="http://schemas.microsoft.com/office/drawing/2014/main" id="{CF955D3D-4E70-479F-BF97-34BBA1B42C72}"/>
              </a:ext>
            </a:extLst>
          </p:cNvPr>
          <p:cNvGrpSpPr/>
          <p:nvPr/>
        </p:nvGrpSpPr>
        <p:grpSpPr>
          <a:xfrm>
            <a:off x="9357347" y="3945530"/>
            <a:ext cx="2093755" cy="1153783"/>
            <a:chOff x="9230735" y="4426854"/>
            <a:chExt cx="2467878" cy="1411475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grpSp>
          <p:nvGrpSpPr>
            <p:cNvPr id="159" name="Groupe 158">
              <a:extLst>
                <a:ext uri="{FF2B5EF4-FFF2-40B4-BE49-F238E27FC236}">
                  <a16:creationId xmlns:a16="http://schemas.microsoft.com/office/drawing/2014/main" id="{B59DC434-F5FE-4BBB-8C6E-63CA782C31A6}"/>
                </a:ext>
              </a:extLst>
            </p:cNvPr>
            <p:cNvGrpSpPr/>
            <p:nvPr/>
          </p:nvGrpSpPr>
          <p:grpSpPr>
            <a:xfrm>
              <a:off x="9230735" y="4426854"/>
              <a:ext cx="2467878" cy="1411475"/>
              <a:chOff x="1140138" y="2808141"/>
              <a:chExt cx="2482432" cy="1690778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160" name="Forme libre : forme 159">
                <a:extLst>
                  <a:ext uri="{FF2B5EF4-FFF2-40B4-BE49-F238E27FC236}">
                    <a16:creationId xmlns:a16="http://schemas.microsoft.com/office/drawing/2014/main" id="{29053CFD-3C12-473E-8B49-33A7118FA6DB}"/>
                  </a:ext>
                </a:extLst>
              </p:cNvPr>
              <p:cNvSpPr/>
              <p:nvPr/>
            </p:nvSpPr>
            <p:spPr>
              <a:xfrm>
                <a:off x="1140138" y="2808141"/>
                <a:ext cx="1518309" cy="1690777"/>
              </a:xfrm>
              <a:custGeom>
                <a:avLst/>
                <a:gdLst>
                  <a:gd name="connsiteX0" fmla="*/ 121285 w 1518309"/>
                  <a:gd name="connsiteY0" fmla="*/ 0 h 1690777"/>
                  <a:gd name="connsiteX1" fmla="*/ 1518309 w 1518309"/>
                  <a:gd name="connsiteY1" fmla="*/ 0 h 1690777"/>
                  <a:gd name="connsiteX2" fmla="*/ 1518309 w 1518309"/>
                  <a:gd name="connsiteY2" fmla="*/ 1690777 h 1690777"/>
                  <a:gd name="connsiteX3" fmla="*/ 0 w 1518309"/>
                  <a:gd name="connsiteY3" fmla="*/ 1690777 h 1690777"/>
                  <a:gd name="connsiteX4" fmla="*/ 899890 w 1518309"/>
                  <a:gd name="connsiteY4" fmla="*/ 884188 h 1690777"/>
                  <a:gd name="connsiteX5" fmla="*/ 900481 w 1518309"/>
                  <a:gd name="connsiteY5" fmla="*/ 883698 h 1690777"/>
                  <a:gd name="connsiteX6" fmla="*/ 900461 w 1518309"/>
                  <a:gd name="connsiteY6" fmla="*/ 883676 h 1690777"/>
                  <a:gd name="connsiteX7" fmla="*/ 900483 w 1518309"/>
                  <a:gd name="connsiteY7" fmla="*/ 883656 h 1690777"/>
                  <a:gd name="connsiteX8" fmla="*/ 899967 w 1518309"/>
                  <a:gd name="connsiteY8" fmla="*/ 883115 h 1690777"/>
                  <a:gd name="connsiteX9" fmla="*/ 121285 w 1518309"/>
                  <a:gd name="connsiteY9" fmla="*/ 0 h 1690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18309" h="1690777">
                    <a:moveTo>
                      <a:pt x="121285" y="0"/>
                    </a:moveTo>
                    <a:lnTo>
                      <a:pt x="1518309" y="0"/>
                    </a:lnTo>
                    <a:lnTo>
                      <a:pt x="1518309" y="1690777"/>
                    </a:lnTo>
                    <a:lnTo>
                      <a:pt x="0" y="1690777"/>
                    </a:lnTo>
                    <a:lnTo>
                      <a:pt x="899890" y="884188"/>
                    </a:lnTo>
                    <a:lnTo>
                      <a:pt x="900481" y="883698"/>
                    </a:lnTo>
                    <a:lnTo>
                      <a:pt x="900461" y="883676"/>
                    </a:lnTo>
                    <a:lnTo>
                      <a:pt x="900483" y="883656"/>
                    </a:lnTo>
                    <a:lnTo>
                      <a:pt x="899967" y="883115"/>
                    </a:lnTo>
                    <a:lnTo>
                      <a:pt x="121285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 dirty="0"/>
              </a:p>
            </p:txBody>
          </p:sp>
          <p:sp>
            <p:nvSpPr>
              <p:cNvPr id="161" name="Forme libre : forme 160">
                <a:extLst>
                  <a:ext uri="{FF2B5EF4-FFF2-40B4-BE49-F238E27FC236}">
                    <a16:creationId xmlns:a16="http://schemas.microsoft.com/office/drawing/2014/main" id="{425A46E6-7373-45F7-9AE8-71D1A4DF6071}"/>
                  </a:ext>
                </a:extLst>
              </p:cNvPr>
              <p:cNvSpPr/>
              <p:nvPr/>
            </p:nvSpPr>
            <p:spPr>
              <a:xfrm>
                <a:off x="2219028" y="2808971"/>
                <a:ext cx="1403542" cy="1689948"/>
              </a:xfrm>
              <a:custGeom>
                <a:avLst/>
                <a:gdLst>
                  <a:gd name="connsiteX0" fmla="*/ 0 w 1403542"/>
                  <a:gd name="connsiteY0" fmla="*/ 0 h 1690777"/>
                  <a:gd name="connsiteX1" fmla="*/ 671566 w 1403542"/>
                  <a:gd name="connsiteY1" fmla="*/ 0 h 1690777"/>
                  <a:gd name="connsiteX2" fmla="*/ 1403542 w 1403542"/>
                  <a:gd name="connsiteY2" fmla="*/ 879437 h 1690777"/>
                  <a:gd name="connsiteX3" fmla="*/ 549087 w 1403542"/>
                  <a:gd name="connsiteY3" fmla="*/ 1690777 h 1690777"/>
                  <a:gd name="connsiteX4" fmla="*/ 0 w 1403542"/>
                  <a:gd name="connsiteY4" fmla="*/ 1690777 h 1690777"/>
                  <a:gd name="connsiteX5" fmla="*/ 0 w 1403542"/>
                  <a:gd name="connsiteY5" fmla="*/ 0 h 1690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03542" h="1690777">
                    <a:moveTo>
                      <a:pt x="0" y="0"/>
                    </a:moveTo>
                    <a:lnTo>
                      <a:pt x="671566" y="0"/>
                    </a:lnTo>
                    <a:lnTo>
                      <a:pt x="1403542" y="879437"/>
                    </a:lnTo>
                    <a:lnTo>
                      <a:pt x="549087" y="1690777"/>
                    </a:lnTo>
                    <a:lnTo>
                      <a:pt x="0" y="169077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85" name="ZoneTexte 184">
              <a:extLst>
                <a:ext uri="{FF2B5EF4-FFF2-40B4-BE49-F238E27FC236}">
                  <a16:creationId xmlns:a16="http://schemas.microsoft.com/office/drawing/2014/main" id="{A6677FFC-C792-4A0F-B340-0CB8E9ABF234}"/>
                </a:ext>
              </a:extLst>
            </p:cNvPr>
            <p:cNvSpPr txBox="1"/>
            <p:nvPr/>
          </p:nvSpPr>
          <p:spPr>
            <a:xfrm>
              <a:off x="10370461" y="4884545"/>
              <a:ext cx="604299" cy="564776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</p:grpSp>
      <p:grpSp>
        <p:nvGrpSpPr>
          <p:cNvPr id="197" name="Groupe 196">
            <a:extLst>
              <a:ext uri="{FF2B5EF4-FFF2-40B4-BE49-F238E27FC236}">
                <a16:creationId xmlns:a16="http://schemas.microsoft.com/office/drawing/2014/main" id="{16DC3C1F-4F14-4158-A0DD-14202C12D2B8}"/>
              </a:ext>
            </a:extLst>
          </p:cNvPr>
          <p:cNvGrpSpPr/>
          <p:nvPr/>
        </p:nvGrpSpPr>
        <p:grpSpPr>
          <a:xfrm>
            <a:off x="438197" y="659664"/>
            <a:ext cx="2631348" cy="1640054"/>
            <a:chOff x="361097" y="191403"/>
            <a:chExt cx="2631348" cy="1640054"/>
          </a:xfrm>
        </p:grpSpPr>
        <p:sp>
          <p:nvSpPr>
            <p:cNvPr id="193" name="ZoneTexte 192">
              <a:extLst>
                <a:ext uri="{FF2B5EF4-FFF2-40B4-BE49-F238E27FC236}">
                  <a16:creationId xmlns:a16="http://schemas.microsoft.com/office/drawing/2014/main" id="{E041A2EA-3237-44AE-A710-901D0241A7C4}"/>
                </a:ext>
              </a:extLst>
            </p:cNvPr>
            <p:cNvSpPr txBox="1"/>
            <p:nvPr/>
          </p:nvSpPr>
          <p:spPr>
            <a:xfrm>
              <a:off x="361097" y="191403"/>
              <a:ext cx="263134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Init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Cr</a:t>
              </a:r>
              <a:r>
                <a:rPr lang="fr-F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ation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depot et arborescence</a:t>
              </a:r>
            </a:p>
          </p:txBody>
        </p:sp>
        <p:cxnSp>
          <p:nvCxnSpPr>
            <p:cNvPr id="195" name="Connecteur droit 194">
              <a:extLst>
                <a:ext uri="{FF2B5EF4-FFF2-40B4-BE49-F238E27FC236}">
                  <a16:creationId xmlns:a16="http://schemas.microsoft.com/office/drawing/2014/main" id="{868873FC-08E9-4AB7-998F-E5BA65CF5F6C}"/>
                </a:ext>
              </a:extLst>
            </p:cNvPr>
            <p:cNvCxnSpPr>
              <a:cxnSpLocks/>
            </p:cNvCxnSpPr>
            <p:nvPr/>
          </p:nvCxnSpPr>
          <p:spPr>
            <a:xfrm>
              <a:off x="438197" y="837734"/>
              <a:ext cx="0" cy="9937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e 212">
            <a:extLst>
              <a:ext uri="{FF2B5EF4-FFF2-40B4-BE49-F238E27FC236}">
                <a16:creationId xmlns:a16="http://schemas.microsoft.com/office/drawing/2014/main" id="{70EB0343-BD51-4E68-A002-32D277C5BC84}"/>
              </a:ext>
            </a:extLst>
          </p:cNvPr>
          <p:cNvGrpSpPr/>
          <p:nvPr/>
        </p:nvGrpSpPr>
        <p:grpSpPr>
          <a:xfrm>
            <a:off x="1160097" y="1322960"/>
            <a:ext cx="2138866" cy="994210"/>
            <a:chOff x="1111110" y="947393"/>
            <a:chExt cx="2138866" cy="994210"/>
          </a:xfrm>
        </p:grpSpPr>
        <p:sp>
          <p:nvSpPr>
            <p:cNvPr id="199" name="ZoneTexte 198">
              <a:extLst>
                <a:ext uri="{FF2B5EF4-FFF2-40B4-BE49-F238E27FC236}">
                  <a16:creationId xmlns:a16="http://schemas.microsoft.com/office/drawing/2014/main" id="{7036C507-4F34-4A89-AC42-EB8D5552DA33}"/>
                </a:ext>
              </a:extLst>
            </p:cNvPr>
            <p:cNvSpPr txBox="1"/>
            <p:nvPr/>
          </p:nvSpPr>
          <p:spPr>
            <a:xfrm>
              <a:off x="1319808" y="947393"/>
              <a:ext cx="19301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HTML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: structure complete des 5 pages</a:t>
              </a:r>
            </a:p>
          </p:txBody>
        </p:sp>
        <p:grpSp>
          <p:nvGrpSpPr>
            <p:cNvPr id="208" name="Groupe 207">
              <a:extLst>
                <a:ext uri="{FF2B5EF4-FFF2-40B4-BE49-F238E27FC236}">
                  <a16:creationId xmlns:a16="http://schemas.microsoft.com/office/drawing/2014/main" id="{8A15E5DD-3AEA-45D3-A7C4-7192818330A8}"/>
                </a:ext>
              </a:extLst>
            </p:cNvPr>
            <p:cNvGrpSpPr/>
            <p:nvPr/>
          </p:nvGrpSpPr>
          <p:grpSpPr>
            <a:xfrm>
              <a:off x="1111110" y="1281541"/>
              <a:ext cx="230934" cy="660062"/>
              <a:chOff x="1265347" y="1280953"/>
              <a:chExt cx="230934" cy="660062"/>
            </a:xfrm>
          </p:grpSpPr>
          <p:cxnSp>
            <p:nvCxnSpPr>
              <p:cNvPr id="200" name="Connecteur droit 199">
                <a:extLst>
                  <a:ext uri="{FF2B5EF4-FFF2-40B4-BE49-F238E27FC236}">
                    <a16:creationId xmlns:a16="http://schemas.microsoft.com/office/drawing/2014/main" id="{8D997CCE-FB6B-47C4-BC3E-D48495AE16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7657" y="1281541"/>
                <a:ext cx="6707" cy="65947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Connecteur droit 201">
                <a:extLst>
                  <a:ext uri="{FF2B5EF4-FFF2-40B4-BE49-F238E27FC236}">
                    <a16:creationId xmlns:a16="http://schemas.microsoft.com/office/drawing/2014/main" id="{5D837FEA-8B82-4674-AC1A-A3D61A9049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65347" y="1280953"/>
                <a:ext cx="23093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4" name="Groupe 213">
            <a:extLst>
              <a:ext uri="{FF2B5EF4-FFF2-40B4-BE49-F238E27FC236}">
                <a16:creationId xmlns:a16="http://schemas.microsoft.com/office/drawing/2014/main" id="{587A745D-64E5-49EA-B22C-25EB6E26934E}"/>
              </a:ext>
            </a:extLst>
          </p:cNvPr>
          <p:cNvGrpSpPr/>
          <p:nvPr/>
        </p:nvGrpSpPr>
        <p:grpSpPr>
          <a:xfrm>
            <a:off x="3371098" y="528341"/>
            <a:ext cx="2439687" cy="1765431"/>
            <a:chOff x="3247512" y="84168"/>
            <a:chExt cx="2439687" cy="1765431"/>
          </a:xfrm>
        </p:grpSpPr>
        <p:grpSp>
          <p:nvGrpSpPr>
            <p:cNvPr id="209" name="Groupe 208">
              <a:extLst>
                <a:ext uri="{FF2B5EF4-FFF2-40B4-BE49-F238E27FC236}">
                  <a16:creationId xmlns:a16="http://schemas.microsoft.com/office/drawing/2014/main" id="{7C51B694-6AA8-470E-916D-715588FC624B}"/>
                </a:ext>
              </a:extLst>
            </p:cNvPr>
            <p:cNvGrpSpPr/>
            <p:nvPr/>
          </p:nvGrpSpPr>
          <p:grpSpPr>
            <a:xfrm>
              <a:off x="3247512" y="473725"/>
              <a:ext cx="455925" cy="1375874"/>
              <a:chOff x="1265347" y="1280953"/>
              <a:chExt cx="230934" cy="660062"/>
            </a:xfrm>
          </p:grpSpPr>
          <p:cxnSp>
            <p:nvCxnSpPr>
              <p:cNvPr id="210" name="Connecteur droit 209">
                <a:extLst>
                  <a:ext uri="{FF2B5EF4-FFF2-40B4-BE49-F238E27FC236}">
                    <a16:creationId xmlns:a16="http://schemas.microsoft.com/office/drawing/2014/main" id="{AD2051F7-94FE-41F1-9E60-DAAAD4D3CC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7657" y="1281541"/>
                <a:ext cx="6707" cy="65947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Connecteur droit 210">
                <a:extLst>
                  <a:ext uri="{FF2B5EF4-FFF2-40B4-BE49-F238E27FC236}">
                    <a16:creationId xmlns:a16="http://schemas.microsoft.com/office/drawing/2014/main" id="{393474B8-D263-4930-895B-0999B462F7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65347" y="1280953"/>
                <a:ext cx="23093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2" name="ZoneTexte 211">
              <a:extLst>
                <a:ext uri="{FF2B5EF4-FFF2-40B4-BE49-F238E27FC236}">
                  <a16:creationId xmlns:a16="http://schemas.microsoft.com/office/drawing/2014/main" id="{BC5908D7-1443-4400-8412-AA9A2327AF78}"/>
                </a:ext>
              </a:extLst>
            </p:cNvPr>
            <p:cNvSpPr txBox="1"/>
            <p:nvPr/>
          </p:nvSpPr>
          <p:spPr>
            <a:xfrm>
              <a:off x="3757031" y="84168"/>
              <a:ext cx="1930168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CSS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variables,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typographie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layout</a:t>
              </a:r>
            </a:p>
          </p:txBody>
        </p:sp>
      </p:grpSp>
      <p:grpSp>
        <p:nvGrpSpPr>
          <p:cNvPr id="225" name="Groupe 224">
            <a:extLst>
              <a:ext uri="{FF2B5EF4-FFF2-40B4-BE49-F238E27FC236}">
                <a16:creationId xmlns:a16="http://schemas.microsoft.com/office/drawing/2014/main" id="{87E04D54-4A42-41DC-8AA3-9B127972555E}"/>
              </a:ext>
            </a:extLst>
          </p:cNvPr>
          <p:cNvGrpSpPr/>
          <p:nvPr/>
        </p:nvGrpSpPr>
        <p:grpSpPr>
          <a:xfrm>
            <a:off x="4980667" y="1087866"/>
            <a:ext cx="2569174" cy="1294610"/>
            <a:chOff x="4980667" y="646993"/>
            <a:chExt cx="2569174" cy="1294610"/>
          </a:xfrm>
        </p:grpSpPr>
        <p:grpSp>
          <p:nvGrpSpPr>
            <p:cNvPr id="221" name="Groupe 220">
              <a:extLst>
                <a:ext uri="{FF2B5EF4-FFF2-40B4-BE49-F238E27FC236}">
                  <a16:creationId xmlns:a16="http://schemas.microsoft.com/office/drawing/2014/main" id="{B77480F3-8AB6-45D0-BF4A-91B676B25ABB}"/>
                </a:ext>
              </a:extLst>
            </p:cNvPr>
            <p:cNvGrpSpPr/>
            <p:nvPr/>
          </p:nvGrpSpPr>
          <p:grpSpPr>
            <a:xfrm>
              <a:off x="4980667" y="954147"/>
              <a:ext cx="585161" cy="987456"/>
              <a:chOff x="1265347" y="1280953"/>
              <a:chExt cx="230934" cy="660062"/>
            </a:xfrm>
          </p:grpSpPr>
          <p:cxnSp>
            <p:nvCxnSpPr>
              <p:cNvPr id="223" name="Connecteur droit 222">
                <a:extLst>
                  <a:ext uri="{FF2B5EF4-FFF2-40B4-BE49-F238E27FC236}">
                    <a16:creationId xmlns:a16="http://schemas.microsoft.com/office/drawing/2014/main" id="{0C46F656-0328-4649-814C-98449E69DA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7657" y="1281541"/>
                <a:ext cx="6707" cy="65947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Connecteur droit 223">
                <a:extLst>
                  <a:ext uri="{FF2B5EF4-FFF2-40B4-BE49-F238E27FC236}">
                    <a16:creationId xmlns:a16="http://schemas.microsoft.com/office/drawing/2014/main" id="{553A4723-7070-411B-A7DE-5CEB3E32EE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65347" y="1280953"/>
                <a:ext cx="23093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2" name="ZoneTexte 221">
              <a:extLst>
                <a:ext uri="{FF2B5EF4-FFF2-40B4-BE49-F238E27FC236}">
                  <a16:creationId xmlns:a16="http://schemas.microsoft.com/office/drawing/2014/main" id="{111D6681-FE3C-4EBD-BFCF-8D9DE756110B}"/>
                </a:ext>
              </a:extLst>
            </p:cNvPr>
            <p:cNvSpPr txBox="1"/>
            <p:nvPr/>
          </p:nvSpPr>
          <p:spPr>
            <a:xfrm>
              <a:off x="5619673" y="646993"/>
              <a:ext cx="193016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CSS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bento grid, categories, hover </a:t>
              </a:r>
            </a:p>
          </p:txBody>
        </p:sp>
      </p:grpSp>
      <p:grpSp>
        <p:nvGrpSpPr>
          <p:cNvPr id="232" name="Groupe 231">
            <a:extLst>
              <a:ext uri="{FF2B5EF4-FFF2-40B4-BE49-F238E27FC236}">
                <a16:creationId xmlns:a16="http://schemas.microsoft.com/office/drawing/2014/main" id="{26CC915B-8D3A-4A77-B2A5-8D6D30EDB244}"/>
              </a:ext>
            </a:extLst>
          </p:cNvPr>
          <p:cNvGrpSpPr/>
          <p:nvPr/>
        </p:nvGrpSpPr>
        <p:grpSpPr>
          <a:xfrm>
            <a:off x="7175574" y="1656268"/>
            <a:ext cx="3305626" cy="707486"/>
            <a:chOff x="7175574" y="1280711"/>
            <a:chExt cx="3305626" cy="707486"/>
          </a:xfrm>
        </p:grpSpPr>
        <p:grpSp>
          <p:nvGrpSpPr>
            <p:cNvPr id="227" name="Groupe 226">
              <a:extLst>
                <a:ext uri="{FF2B5EF4-FFF2-40B4-BE49-F238E27FC236}">
                  <a16:creationId xmlns:a16="http://schemas.microsoft.com/office/drawing/2014/main" id="{91FC469E-48D2-4EFD-B87E-B0CC76924AC5}"/>
                </a:ext>
              </a:extLst>
            </p:cNvPr>
            <p:cNvGrpSpPr/>
            <p:nvPr/>
          </p:nvGrpSpPr>
          <p:grpSpPr>
            <a:xfrm>
              <a:off x="7175574" y="1531383"/>
              <a:ext cx="987927" cy="456814"/>
              <a:chOff x="1265347" y="1280953"/>
              <a:chExt cx="499529" cy="660062"/>
            </a:xfrm>
          </p:grpSpPr>
          <p:cxnSp>
            <p:nvCxnSpPr>
              <p:cNvPr id="229" name="Connecteur droit 228">
                <a:extLst>
                  <a:ext uri="{FF2B5EF4-FFF2-40B4-BE49-F238E27FC236}">
                    <a16:creationId xmlns:a16="http://schemas.microsoft.com/office/drawing/2014/main" id="{4394C40D-2AF6-4651-B84C-315A756084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7657" y="1281541"/>
                <a:ext cx="6707" cy="65947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Connecteur droit 229">
                <a:extLst>
                  <a:ext uri="{FF2B5EF4-FFF2-40B4-BE49-F238E27FC236}">
                    <a16:creationId xmlns:a16="http://schemas.microsoft.com/office/drawing/2014/main" id="{CD534043-9444-4019-B965-4BFA9846406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65347" y="1280953"/>
                <a:ext cx="499529" cy="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8" name="ZoneTexte 227">
              <a:extLst>
                <a:ext uri="{FF2B5EF4-FFF2-40B4-BE49-F238E27FC236}">
                  <a16:creationId xmlns:a16="http://schemas.microsoft.com/office/drawing/2014/main" id="{D5C8E601-4C93-4B8E-AF78-C9FF4C37D7B9}"/>
                </a:ext>
              </a:extLst>
            </p:cNvPr>
            <p:cNvSpPr txBox="1"/>
            <p:nvPr/>
          </p:nvSpPr>
          <p:spPr>
            <a:xfrm>
              <a:off x="8138783" y="1280711"/>
              <a:ext cx="2342417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CSS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responsive design, media queries</a:t>
              </a:r>
            </a:p>
          </p:txBody>
        </p:sp>
      </p:grpSp>
      <p:grpSp>
        <p:nvGrpSpPr>
          <p:cNvPr id="252" name="Groupe 251">
            <a:extLst>
              <a:ext uri="{FF2B5EF4-FFF2-40B4-BE49-F238E27FC236}">
                <a16:creationId xmlns:a16="http://schemas.microsoft.com/office/drawing/2014/main" id="{20A79179-4EFE-4095-98AA-C070C4572A61}"/>
              </a:ext>
            </a:extLst>
          </p:cNvPr>
          <p:cNvGrpSpPr/>
          <p:nvPr/>
        </p:nvGrpSpPr>
        <p:grpSpPr>
          <a:xfrm>
            <a:off x="6840167" y="5217743"/>
            <a:ext cx="2571300" cy="1507931"/>
            <a:chOff x="290079" y="4943874"/>
            <a:chExt cx="2571300" cy="1507931"/>
          </a:xfrm>
        </p:grpSpPr>
        <p:cxnSp>
          <p:nvCxnSpPr>
            <p:cNvPr id="253" name="Connecteur droit 252">
              <a:extLst>
                <a:ext uri="{FF2B5EF4-FFF2-40B4-BE49-F238E27FC236}">
                  <a16:creationId xmlns:a16="http://schemas.microsoft.com/office/drawing/2014/main" id="{059380D9-2F6A-4C45-9730-409C2B8C07FD}"/>
                </a:ext>
              </a:extLst>
            </p:cNvPr>
            <p:cNvCxnSpPr>
              <a:cxnSpLocks/>
            </p:cNvCxnSpPr>
            <p:nvPr/>
          </p:nvCxnSpPr>
          <p:spPr>
            <a:xfrm>
              <a:off x="1817798" y="4943874"/>
              <a:ext cx="0" cy="90750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4" name="ZoneTexte 253">
              <a:extLst>
                <a:ext uri="{FF2B5EF4-FFF2-40B4-BE49-F238E27FC236}">
                  <a16:creationId xmlns:a16="http://schemas.microsoft.com/office/drawing/2014/main" id="{494A81ED-9D4D-417D-AA7F-537045A9C9AD}"/>
                </a:ext>
              </a:extLst>
            </p:cNvPr>
            <p:cNvSpPr txBox="1"/>
            <p:nvPr/>
          </p:nvSpPr>
          <p:spPr>
            <a:xfrm>
              <a:off x="290079" y="5805474"/>
              <a:ext cx="257130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Finalisation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corrections,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commentaires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65" name="Rectangle 264">
            <a:extLst>
              <a:ext uri="{FF2B5EF4-FFF2-40B4-BE49-F238E27FC236}">
                <a16:creationId xmlns:a16="http://schemas.microsoft.com/office/drawing/2014/main" id="{3B8D9EDA-CDC7-4642-BED5-C990B115C0E0}"/>
              </a:ext>
            </a:extLst>
          </p:cNvPr>
          <p:cNvSpPr/>
          <p:nvPr/>
        </p:nvSpPr>
        <p:spPr>
          <a:xfrm>
            <a:off x="9904945" y="2694958"/>
            <a:ext cx="3767355" cy="12774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83" name="Groupe 282">
            <a:extLst>
              <a:ext uri="{FF2B5EF4-FFF2-40B4-BE49-F238E27FC236}">
                <a16:creationId xmlns:a16="http://schemas.microsoft.com/office/drawing/2014/main" id="{1A0CA398-1074-4E7D-9CAA-DA9A7C9EAFD8}"/>
              </a:ext>
            </a:extLst>
          </p:cNvPr>
          <p:cNvGrpSpPr/>
          <p:nvPr/>
        </p:nvGrpSpPr>
        <p:grpSpPr>
          <a:xfrm>
            <a:off x="8118799" y="3335887"/>
            <a:ext cx="4073201" cy="646331"/>
            <a:chOff x="7877107" y="659921"/>
            <a:chExt cx="4073201" cy="646331"/>
          </a:xfrm>
        </p:grpSpPr>
        <p:grpSp>
          <p:nvGrpSpPr>
            <p:cNvPr id="282" name="Groupe 281">
              <a:extLst>
                <a:ext uri="{FF2B5EF4-FFF2-40B4-BE49-F238E27FC236}">
                  <a16:creationId xmlns:a16="http://schemas.microsoft.com/office/drawing/2014/main" id="{C8887232-CDB8-4053-AB37-2DAC6987589A}"/>
                </a:ext>
              </a:extLst>
            </p:cNvPr>
            <p:cNvGrpSpPr/>
            <p:nvPr/>
          </p:nvGrpSpPr>
          <p:grpSpPr>
            <a:xfrm>
              <a:off x="7877107" y="659921"/>
              <a:ext cx="4073201" cy="646331"/>
              <a:chOff x="7877107" y="659921"/>
              <a:chExt cx="4073201" cy="646331"/>
            </a:xfrm>
          </p:grpSpPr>
          <p:grpSp>
            <p:nvGrpSpPr>
              <p:cNvPr id="274" name="Groupe 273">
                <a:extLst>
                  <a:ext uri="{FF2B5EF4-FFF2-40B4-BE49-F238E27FC236}">
                    <a16:creationId xmlns:a16="http://schemas.microsoft.com/office/drawing/2014/main" id="{B5AEDD7B-C7C9-456E-8E42-A3BCD393B199}"/>
                  </a:ext>
                </a:extLst>
              </p:cNvPr>
              <p:cNvGrpSpPr/>
              <p:nvPr/>
            </p:nvGrpSpPr>
            <p:grpSpPr>
              <a:xfrm>
                <a:off x="7877107" y="661615"/>
                <a:ext cx="1730784" cy="369332"/>
                <a:chOff x="9325900" y="695905"/>
                <a:chExt cx="2552516" cy="369332"/>
              </a:xfrm>
            </p:grpSpPr>
            <p:pic>
              <p:nvPicPr>
                <p:cNvPr id="272" name="Image 271">
                  <a:extLst>
                    <a:ext uri="{FF2B5EF4-FFF2-40B4-BE49-F238E27FC236}">
                      <a16:creationId xmlns:a16="http://schemas.microsoft.com/office/drawing/2014/main" id="{1EAF35CB-31DE-499E-99FE-C24F1E5784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325900" y="789915"/>
                  <a:ext cx="218129" cy="218129"/>
                </a:xfrm>
                <a:prstGeom prst="rect">
                  <a:avLst/>
                </a:prstGeom>
              </p:spPr>
            </p:pic>
            <p:sp>
              <p:nvSpPr>
                <p:cNvPr id="273" name="ZoneTexte 272">
                  <a:extLst>
                    <a:ext uri="{FF2B5EF4-FFF2-40B4-BE49-F238E27FC236}">
                      <a16:creationId xmlns:a16="http://schemas.microsoft.com/office/drawing/2014/main" id="{397287E3-3B5B-46C5-90F2-AD3688FDDDF1}"/>
                    </a:ext>
                  </a:extLst>
                </p:cNvPr>
                <p:cNvSpPr txBox="1"/>
                <p:nvPr/>
              </p:nvSpPr>
              <p:spPr>
                <a:xfrm>
                  <a:off x="9535999" y="695905"/>
                  <a:ext cx="2342417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Depot : Public</a:t>
                  </a:r>
                </a:p>
              </p:txBody>
            </p:sp>
          </p:grpSp>
          <p:sp>
            <p:nvSpPr>
              <p:cNvPr id="277" name="ZoneTexte 276">
                <a:extLst>
                  <a:ext uri="{FF2B5EF4-FFF2-40B4-BE49-F238E27FC236}">
                    <a16:creationId xmlns:a16="http://schemas.microsoft.com/office/drawing/2014/main" id="{FA961062-2823-4C85-89FC-886DCCE4F936}"/>
                  </a:ext>
                </a:extLst>
              </p:cNvPr>
              <p:cNvSpPr txBox="1"/>
              <p:nvPr/>
            </p:nvSpPr>
            <p:spPr>
              <a:xfrm>
                <a:off x="9800697" y="659921"/>
                <a:ext cx="214961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GitHub Pages: active</a:t>
                </a:r>
              </a:p>
            </p:txBody>
          </p:sp>
        </p:grpSp>
        <p:pic>
          <p:nvPicPr>
            <p:cNvPr id="281" name="Image 280">
              <a:extLst>
                <a:ext uri="{FF2B5EF4-FFF2-40B4-BE49-F238E27FC236}">
                  <a16:creationId xmlns:a16="http://schemas.microsoft.com/office/drawing/2014/main" id="{52E45411-10FC-48A7-81E6-2E31EA73C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63253" y="755169"/>
              <a:ext cx="181647" cy="1816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18674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75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250"/>
                            </p:stCondLst>
                            <p:childTnLst>
                              <p:par>
                                <p:cTn id="6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5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1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2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3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4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5" dur="15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6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7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8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9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0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1" dur="15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2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3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4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5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6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7" dur="15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9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0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1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2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3" dur="15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5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6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7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8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9" dur="15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0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1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2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3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4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5" dur="15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6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7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8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9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0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1" dur="15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2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3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4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5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6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7" dur="15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9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0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1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2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3" dur="15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5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6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7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8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9" dur="15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4000"/>
                            </p:stCondLst>
                            <p:childTnLst>
                              <p:par>
                                <p:cTn id="1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Ellipse 152">
            <a:extLst>
              <a:ext uri="{FF2B5EF4-FFF2-40B4-BE49-F238E27FC236}">
                <a16:creationId xmlns:a16="http://schemas.microsoft.com/office/drawing/2014/main" id="{D7D6260F-3745-42E2-AA19-D55506BE45C9}"/>
              </a:ext>
            </a:extLst>
          </p:cNvPr>
          <p:cNvSpPr/>
          <p:nvPr/>
        </p:nvSpPr>
        <p:spPr>
          <a:xfrm>
            <a:off x="6573084" y="2529936"/>
            <a:ext cx="3136629" cy="3183647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E83BEC57-A92B-4176-B695-CD7DCF0EC16B}"/>
              </a:ext>
            </a:extLst>
          </p:cNvPr>
          <p:cNvSpPr/>
          <p:nvPr/>
        </p:nvSpPr>
        <p:spPr>
          <a:xfrm>
            <a:off x="3058494" y="2549356"/>
            <a:ext cx="3136629" cy="3183647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19" name="Groupe 118">
            <a:extLst>
              <a:ext uri="{FF2B5EF4-FFF2-40B4-BE49-F238E27FC236}">
                <a16:creationId xmlns:a16="http://schemas.microsoft.com/office/drawing/2014/main" id="{44DE4B62-E93B-4B95-A392-8F1BB00E51E0}"/>
              </a:ext>
            </a:extLst>
          </p:cNvPr>
          <p:cNvGrpSpPr/>
          <p:nvPr/>
        </p:nvGrpSpPr>
        <p:grpSpPr>
          <a:xfrm>
            <a:off x="-16960141" y="7320771"/>
            <a:ext cx="18375575" cy="777401"/>
            <a:chOff x="-10053698" y="2951364"/>
            <a:chExt cx="18375575" cy="777401"/>
          </a:xfrm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grpSp>
          <p:nvGrpSpPr>
            <p:cNvPr id="120" name="Groupe 119">
              <a:extLst>
                <a:ext uri="{FF2B5EF4-FFF2-40B4-BE49-F238E27FC236}">
                  <a16:creationId xmlns:a16="http://schemas.microsoft.com/office/drawing/2014/main" id="{6FFBD04C-6048-4AE6-9471-2C5B47B55C1D}"/>
                </a:ext>
              </a:extLst>
            </p:cNvPr>
            <p:cNvGrpSpPr/>
            <p:nvPr/>
          </p:nvGrpSpPr>
          <p:grpSpPr>
            <a:xfrm rot="19478770">
              <a:off x="-8658569" y="3092040"/>
              <a:ext cx="16170061" cy="164697"/>
              <a:chOff x="-10360369" y="-647229"/>
              <a:chExt cx="16170061" cy="164697"/>
            </a:xfrm>
            <a:solidFill>
              <a:schemeClr val="accent2">
                <a:lumMod val="20000"/>
                <a:lumOff val="80000"/>
              </a:schemeClr>
            </a:solidFill>
          </p:grpSpPr>
          <p:grpSp>
            <p:nvGrpSpPr>
              <p:cNvPr id="143" name="Groupe 142">
                <a:extLst>
                  <a:ext uri="{FF2B5EF4-FFF2-40B4-BE49-F238E27FC236}">
                    <a16:creationId xmlns:a16="http://schemas.microsoft.com/office/drawing/2014/main" id="{F0B1E683-047F-46B8-BF92-788561CAE446}"/>
                  </a:ext>
                </a:extLst>
              </p:cNvPr>
              <p:cNvGrpSpPr/>
              <p:nvPr/>
            </p:nvGrpSpPr>
            <p:grpSpPr>
              <a:xfrm>
                <a:off x="-10360369" y="-646598"/>
                <a:ext cx="10677150" cy="164066"/>
                <a:chOff x="513817" y="222774"/>
                <a:chExt cx="10677150" cy="164066"/>
              </a:xfrm>
              <a:grpFill/>
            </p:grpSpPr>
            <p:sp>
              <p:nvSpPr>
                <p:cNvPr id="147" name="Rectangle 146">
                  <a:extLst>
                    <a:ext uri="{FF2B5EF4-FFF2-40B4-BE49-F238E27FC236}">
                      <a16:creationId xmlns:a16="http://schemas.microsoft.com/office/drawing/2014/main" id="{8FE7540C-3B38-4754-9C0F-6F7F65240F1C}"/>
                    </a:ext>
                  </a:extLst>
                </p:cNvPr>
                <p:cNvSpPr/>
                <p:nvPr/>
              </p:nvSpPr>
              <p:spPr>
                <a:xfrm>
                  <a:off x="513817" y="223156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48" name="Rectangle 147">
                  <a:extLst>
                    <a:ext uri="{FF2B5EF4-FFF2-40B4-BE49-F238E27FC236}">
                      <a16:creationId xmlns:a16="http://schemas.microsoft.com/office/drawing/2014/main" id="{94332E37-EA9B-4B26-BC2E-F737EB23B987}"/>
                    </a:ext>
                  </a:extLst>
                </p:cNvPr>
                <p:cNvSpPr/>
                <p:nvPr/>
              </p:nvSpPr>
              <p:spPr>
                <a:xfrm>
                  <a:off x="2328201" y="223536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49" name="Rectangle 148">
                  <a:extLst>
                    <a:ext uri="{FF2B5EF4-FFF2-40B4-BE49-F238E27FC236}">
                      <a16:creationId xmlns:a16="http://schemas.microsoft.com/office/drawing/2014/main" id="{BC1A289C-E101-489B-B317-15B56621A918}"/>
                    </a:ext>
                  </a:extLst>
                </p:cNvPr>
                <p:cNvSpPr/>
                <p:nvPr/>
              </p:nvSpPr>
              <p:spPr>
                <a:xfrm>
                  <a:off x="4142585" y="22315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D809CF7D-243F-45D7-83A1-A2489CFFAA1A}"/>
                    </a:ext>
                  </a:extLst>
                </p:cNvPr>
                <p:cNvSpPr/>
                <p:nvPr/>
              </p:nvSpPr>
              <p:spPr>
                <a:xfrm>
                  <a:off x="6030889" y="22277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CEA5BE97-0312-4CD5-894F-200A3CB30D70}"/>
                    </a:ext>
                  </a:extLst>
                </p:cNvPr>
                <p:cNvSpPr/>
                <p:nvPr/>
              </p:nvSpPr>
              <p:spPr>
                <a:xfrm>
                  <a:off x="7845273" y="22315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4EDE62C0-4987-4D31-98DC-CC8D0071A372}"/>
                    </a:ext>
                  </a:extLst>
                </p:cNvPr>
                <p:cNvSpPr/>
                <p:nvPr/>
              </p:nvSpPr>
              <p:spPr>
                <a:xfrm>
                  <a:off x="9659657" y="222774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D2211B84-3592-4464-B9DF-E3265D7902FC}"/>
                  </a:ext>
                </a:extLst>
              </p:cNvPr>
              <p:cNvSpPr/>
              <p:nvPr/>
            </p:nvSpPr>
            <p:spPr>
              <a:xfrm>
                <a:off x="649614" y="-647228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0D045E6A-36F6-4CE1-B5E2-5B1DB30EABF5}"/>
                  </a:ext>
                </a:extLst>
              </p:cNvPr>
              <p:cNvSpPr/>
              <p:nvPr/>
            </p:nvSpPr>
            <p:spPr>
              <a:xfrm>
                <a:off x="2463998" y="-646848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B3EF8073-980D-4D74-AFB5-70CF15504F1D}"/>
                  </a:ext>
                </a:extLst>
              </p:cNvPr>
              <p:cNvSpPr/>
              <p:nvPr/>
            </p:nvSpPr>
            <p:spPr>
              <a:xfrm>
                <a:off x="4278382" y="-647229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21" name="Groupe 120">
              <a:extLst>
                <a:ext uri="{FF2B5EF4-FFF2-40B4-BE49-F238E27FC236}">
                  <a16:creationId xmlns:a16="http://schemas.microsoft.com/office/drawing/2014/main" id="{0EB16ECD-71BA-4CAA-9CCC-A956D0F47E48}"/>
                </a:ext>
              </a:extLst>
            </p:cNvPr>
            <p:cNvGrpSpPr/>
            <p:nvPr/>
          </p:nvGrpSpPr>
          <p:grpSpPr>
            <a:xfrm rot="19478770">
              <a:off x="-7848184" y="2951364"/>
              <a:ext cx="16170061" cy="164697"/>
              <a:chOff x="-10360369" y="-647229"/>
              <a:chExt cx="16170061" cy="164697"/>
            </a:xfrm>
            <a:solidFill>
              <a:schemeClr val="accent2">
                <a:lumMod val="20000"/>
                <a:lumOff val="80000"/>
              </a:schemeClr>
            </a:solidFill>
          </p:grpSpPr>
          <p:grpSp>
            <p:nvGrpSpPr>
              <p:cNvPr id="133" name="Groupe 132">
                <a:extLst>
                  <a:ext uri="{FF2B5EF4-FFF2-40B4-BE49-F238E27FC236}">
                    <a16:creationId xmlns:a16="http://schemas.microsoft.com/office/drawing/2014/main" id="{D557BAEE-1828-4BCD-8549-7CF715C5DB1F}"/>
                  </a:ext>
                </a:extLst>
              </p:cNvPr>
              <p:cNvGrpSpPr/>
              <p:nvPr/>
            </p:nvGrpSpPr>
            <p:grpSpPr>
              <a:xfrm>
                <a:off x="-10360369" y="-646598"/>
                <a:ext cx="10677150" cy="164066"/>
                <a:chOff x="513817" y="222774"/>
                <a:chExt cx="10677150" cy="164066"/>
              </a:xfrm>
              <a:grpFill/>
            </p:grpSpPr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8F4D4BC1-7875-4BA5-8F81-9A8D80D5D82B}"/>
                    </a:ext>
                  </a:extLst>
                </p:cNvPr>
                <p:cNvSpPr/>
                <p:nvPr/>
              </p:nvSpPr>
              <p:spPr>
                <a:xfrm>
                  <a:off x="513817" y="223156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C0E0DC00-6A88-4FE5-A032-8FC165ED89C1}"/>
                    </a:ext>
                  </a:extLst>
                </p:cNvPr>
                <p:cNvSpPr/>
                <p:nvPr/>
              </p:nvSpPr>
              <p:spPr>
                <a:xfrm>
                  <a:off x="2328201" y="223536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39" name="Rectangle 138">
                  <a:extLst>
                    <a:ext uri="{FF2B5EF4-FFF2-40B4-BE49-F238E27FC236}">
                      <a16:creationId xmlns:a16="http://schemas.microsoft.com/office/drawing/2014/main" id="{5C8B8C1D-FF39-48D5-850F-E34ED36E90D9}"/>
                    </a:ext>
                  </a:extLst>
                </p:cNvPr>
                <p:cNvSpPr/>
                <p:nvPr/>
              </p:nvSpPr>
              <p:spPr>
                <a:xfrm>
                  <a:off x="4142585" y="22315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65EE111A-D358-4472-8F4D-36B8BE8D0A68}"/>
                    </a:ext>
                  </a:extLst>
                </p:cNvPr>
                <p:cNvSpPr/>
                <p:nvPr/>
              </p:nvSpPr>
              <p:spPr>
                <a:xfrm>
                  <a:off x="6030889" y="22277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6865779E-8C6B-4917-93D0-6D966DC8FC1C}"/>
                    </a:ext>
                  </a:extLst>
                </p:cNvPr>
                <p:cNvSpPr/>
                <p:nvPr/>
              </p:nvSpPr>
              <p:spPr>
                <a:xfrm>
                  <a:off x="7845273" y="22315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42" name="Rectangle 141">
                  <a:extLst>
                    <a:ext uri="{FF2B5EF4-FFF2-40B4-BE49-F238E27FC236}">
                      <a16:creationId xmlns:a16="http://schemas.microsoft.com/office/drawing/2014/main" id="{97A02520-22B2-4394-A01F-93528052EB09}"/>
                    </a:ext>
                  </a:extLst>
                </p:cNvPr>
                <p:cNvSpPr/>
                <p:nvPr/>
              </p:nvSpPr>
              <p:spPr>
                <a:xfrm>
                  <a:off x="9659657" y="222774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D0145342-FCB6-47B1-B271-29D6C287319F}"/>
                  </a:ext>
                </a:extLst>
              </p:cNvPr>
              <p:cNvSpPr/>
              <p:nvPr/>
            </p:nvSpPr>
            <p:spPr>
              <a:xfrm>
                <a:off x="649614" y="-647228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C1F530DF-BF09-42AA-8C19-828FA1D5668D}"/>
                  </a:ext>
                </a:extLst>
              </p:cNvPr>
              <p:cNvSpPr/>
              <p:nvPr/>
            </p:nvSpPr>
            <p:spPr>
              <a:xfrm>
                <a:off x="2463998" y="-646848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325AD558-9306-403E-8FFB-B159D76387B3}"/>
                  </a:ext>
                </a:extLst>
              </p:cNvPr>
              <p:cNvSpPr/>
              <p:nvPr/>
            </p:nvSpPr>
            <p:spPr>
              <a:xfrm>
                <a:off x="4278382" y="-647229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22" name="Groupe 121">
              <a:extLst>
                <a:ext uri="{FF2B5EF4-FFF2-40B4-BE49-F238E27FC236}">
                  <a16:creationId xmlns:a16="http://schemas.microsoft.com/office/drawing/2014/main" id="{4465CDE6-28E9-409F-B40A-152A137EB737}"/>
                </a:ext>
              </a:extLst>
            </p:cNvPr>
            <p:cNvGrpSpPr/>
            <p:nvPr/>
          </p:nvGrpSpPr>
          <p:grpSpPr>
            <a:xfrm rot="19478770">
              <a:off x="-10053698" y="3564068"/>
              <a:ext cx="16170061" cy="164697"/>
              <a:chOff x="-10360369" y="-647229"/>
              <a:chExt cx="16170061" cy="164697"/>
            </a:xfrm>
            <a:solidFill>
              <a:schemeClr val="accent2">
                <a:lumMod val="20000"/>
                <a:lumOff val="80000"/>
              </a:schemeClr>
            </a:solidFill>
          </p:grpSpPr>
          <p:grpSp>
            <p:nvGrpSpPr>
              <p:cNvPr id="123" name="Groupe 122">
                <a:extLst>
                  <a:ext uri="{FF2B5EF4-FFF2-40B4-BE49-F238E27FC236}">
                    <a16:creationId xmlns:a16="http://schemas.microsoft.com/office/drawing/2014/main" id="{E3687156-26CF-4EAB-B5FE-7C54F9F27BD6}"/>
                  </a:ext>
                </a:extLst>
              </p:cNvPr>
              <p:cNvGrpSpPr/>
              <p:nvPr/>
            </p:nvGrpSpPr>
            <p:grpSpPr>
              <a:xfrm>
                <a:off x="-10360369" y="-646598"/>
                <a:ext cx="10677150" cy="164066"/>
                <a:chOff x="513817" y="222774"/>
                <a:chExt cx="10677150" cy="164066"/>
              </a:xfrm>
              <a:grpFill/>
            </p:grpSpPr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C0829A9A-0636-4358-97C5-6423456FC56C}"/>
                    </a:ext>
                  </a:extLst>
                </p:cNvPr>
                <p:cNvSpPr/>
                <p:nvPr/>
              </p:nvSpPr>
              <p:spPr>
                <a:xfrm>
                  <a:off x="513817" y="223156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AF1794A4-18A1-4F29-9CCA-B6235BF2FD75}"/>
                    </a:ext>
                  </a:extLst>
                </p:cNvPr>
                <p:cNvSpPr/>
                <p:nvPr/>
              </p:nvSpPr>
              <p:spPr>
                <a:xfrm>
                  <a:off x="2328201" y="223536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29" name="Rectangle 128">
                  <a:extLst>
                    <a:ext uri="{FF2B5EF4-FFF2-40B4-BE49-F238E27FC236}">
                      <a16:creationId xmlns:a16="http://schemas.microsoft.com/office/drawing/2014/main" id="{8707F392-1EF4-447F-9918-73C949815D98}"/>
                    </a:ext>
                  </a:extLst>
                </p:cNvPr>
                <p:cNvSpPr/>
                <p:nvPr/>
              </p:nvSpPr>
              <p:spPr>
                <a:xfrm>
                  <a:off x="4142585" y="22315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26A573D9-B0A4-4204-9395-26B833A380EB}"/>
                    </a:ext>
                  </a:extLst>
                </p:cNvPr>
                <p:cNvSpPr/>
                <p:nvPr/>
              </p:nvSpPr>
              <p:spPr>
                <a:xfrm>
                  <a:off x="6030889" y="22277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099CA064-2C62-4F4F-9D51-E023E4C4D0FD}"/>
                    </a:ext>
                  </a:extLst>
                </p:cNvPr>
                <p:cNvSpPr/>
                <p:nvPr/>
              </p:nvSpPr>
              <p:spPr>
                <a:xfrm>
                  <a:off x="7845273" y="22315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28315A70-8BE8-4689-A6F1-B64782345428}"/>
                    </a:ext>
                  </a:extLst>
                </p:cNvPr>
                <p:cNvSpPr/>
                <p:nvPr/>
              </p:nvSpPr>
              <p:spPr>
                <a:xfrm>
                  <a:off x="9659657" y="222774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FDCDA531-044D-44B8-8073-D935A48D953C}"/>
                  </a:ext>
                </a:extLst>
              </p:cNvPr>
              <p:cNvSpPr/>
              <p:nvPr/>
            </p:nvSpPr>
            <p:spPr>
              <a:xfrm>
                <a:off x="649614" y="-647228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441FDCBE-1203-4F77-8857-BA11ADF62FA1}"/>
                  </a:ext>
                </a:extLst>
              </p:cNvPr>
              <p:cNvSpPr/>
              <p:nvPr/>
            </p:nvSpPr>
            <p:spPr>
              <a:xfrm>
                <a:off x="2463998" y="-646848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5C1365F2-D96A-4549-9CB1-81133AD250CD}"/>
                  </a:ext>
                </a:extLst>
              </p:cNvPr>
              <p:cNvSpPr/>
              <p:nvPr/>
            </p:nvSpPr>
            <p:spPr>
              <a:xfrm>
                <a:off x="4278382" y="-647229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E58F26A4-34B9-46A7-B8F2-A30A5C42DAD9}"/>
              </a:ext>
            </a:extLst>
          </p:cNvPr>
          <p:cNvGrpSpPr/>
          <p:nvPr/>
        </p:nvGrpSpPr>
        <p:grpSpPr>
          <a:xfrm>
            <a:off x="11963079" y="-2887211"/>
            <a:ext cx="18375575" cy="777401"/>
            <a:chOff x="-10053698" y="2951364"/>
            <a:chExt cx="18375575" cy="777401"/>
          </a:xfrm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grpSp>
          <p:nvGrpSpPr>
            <p:cNvPr id="97" name="Groupe 96">
              <a:extLst>
                <a:ext uri="{FF2B5EF4-FFF2-40B4-BE49-F238E27FC236}">
                  <a16:creationId xmlns:a16="http://schemas.microsoft.com/office/drawing/2014/main" id="{597DCBA7-2023-4AF8-ACC1-5F900721C10D}"/>
                </a:ext>
              </a:extLst>
            </p:cNvPr>
            <p:cNvGrpSpPr/>
            <p:nvPr/>
          </p:nvGrpSpPr>
          <p:grpSpPr>
            <a:xfrm rot="19478770">
              <a:off x="-8658569" y="3092040"/>
              <a:ext cx="16170061" cy="164697"/>
              <a:chOff x="-10360369" y="-647229"/>
              <a:chExt cx="16170061" cy="164697"/>
            </a:xfrm>
            <a:solidFill>
              <a:schemeClr val="accent2">
                <a:lumMod val="20000"/>
                <a:lumOff val="80000"/>
              </a:schemeClr>
            </a:solidFill>
          </p:grpSpPr>
          <p:grpSp>
            <p:nvGrpSpPr>
              <p:cNvPr id="98" name="Groupe 97">
                <a:extLst>
                  <a:ext uri="{FF2B5EF4-FFF2-40B4-BE49-F238E27FC236}">
                    <a16:creationId xmlns:a16="http://schemas.microsoft.com/office/drawing/2014/main" id="{C141007D-B2EE-4A47-A89B-2B6453918C83}"/>
                  </a:ext>
                </a:extLst>
              </p:cNvPr>
              <p:cNvGrpSpPr/>
              <p:nvPr/>
            </p:nvGrpSpPr>
            <p:grpSpPr>
              <a:xfrm>
                <a:off x="-10360369" y="-646598"/>
                <a:ext cx="10677150" cy="164066"/>
                <a:chOff x="513817" y="222774"/>
                <a:chExt cx="10677150" cy="164066"/>
              </a:xfrm>
              <a:grpFill/>
            </p:grpSpPr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A53526E0-1007-4092-B873-7CB6877EE2A9}"/>
                    </a:ext>
                  </a:extLst>
                </p:cNvPr>
                <p:cNvSpPr/>
                <p:nvPr/>
              </p:nvSpPr>
              <p:spPr>
                <a:xfrm>
                  <a:off x="513817" y="223156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33BB16D7-5720-44C1-A0A7-1EF89D371E46}"/>
                    </a:ext>
                  </a:extLst>
                </p:cNvPr>
                <p:cNvSpPr/>
                <p:nvPr/>
              </p:nvSpPr>
              <p:spPr>
                <a:xfrm>
                  <a:off x="2328201" y="223536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ED274065-DF77-45B9-89A4-7F5ECAF76A31}"/>
                    </a:ext>
                  </a:extLst>
                </p:cNvPr>
                <p:cNvSpPr/>
                <p:nvPr/>
              </p:nvSpPr>
              <p:spPr>
                <a:xfrm>
                  <a:off x="4142585" y="22315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4CE8F1B8-5BE9-42BB-9C19-E871455557C4}"/>
                    </a:ext>
                  </a:extLst>
                </p:cNvPr>
                <p:cNvSpPr/>
                <p:nvPr/>
              </p:nvSpPr>
              <p:spPr>
                <a:xfrm>
                  <a:off x="6030889" y="22277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06" name="Rectangle 105">
                  <a:extLst>
                    <a:ext uri="{FF2B5EF4-FFF2-40B4-BE49-F238E27FC236}">
                      <a16:creationId xmlns:a16="http://schemas.microsoft.com/office/drawing/2014/main" id="{7707327E-C80A-4763-B700-34162AF555CC}"/>
                    </a:ext>
                  </a:extLst>
                </p:cNvPr>
                <p:cNvSpPr/>
                <p:nvPr/>
              </p:nvSpPr>
              <p:spPr>
                <a:xfrm>
                  <a:off x="7845273" y="22315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8D988BFC-BF3B-4818-9AA3-C384B6425BD6}"/>
                    </a:ext>
                  </a:extLst>
                </p:cNvPr>
                <p:cNvSpPr/>
                <p:nvPr/>
              </p:nvSpPr>
              <p:spPr>
                <a:xfrm>
                  <a:off x="9659657" y="222774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A432829D-7C60-49F6-A250-85DD865A504C}"/>
                  </a:ext>
                </a:extLst>
              </p:cNvPr>
              <p:cNvSpPr/>
              <p:nvPr/>
            </p:nvSpPr>
            <p:spPr>
              <a:xfrm>
                <a:off x="649614" y="-647228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9837024D-BF0E-49F5-B551-EF296462E84A}"/>
                  </a:ext>
                </a:extLst>
              </p:cNvPr>
              <p:cNvSpPr/>
              <p:nvPr/>
            </p:nvSpPr>
            <p:spPr>
              <a:xfrm>
                <a:off x="2463998" y="-646848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252B0598-8EC3-4F80-A43A-6767EED20C62}"/>
                  </a:ext>
                </a:extLst>
              </p:cNvPr>
              <p:cNvSpPr/>
              <p:nvPr/>
            </p:nvSpPr>
            <p:spPr>
              <a:xfrm>
                <a:off x="4278382" y="-647229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5808231F-9071-442A-BE84-D4EC56DA2E41}"/>
                </a:ext>
              </a:extLst>
            </p:cNvPr>
            <p:cNvGrpSpPr/>
            <p:nvPr/>
          </p:nvGrpSpPr>
          <p:grpSpPr>
            <a:xfrm rot="19478770">
              <a:off x="-7848184" y="2951364"/>
              <a:ext cx="16170061" cy="164697"/>
              <a:chOff x="-10360369" y="-647229"/>
              <a:chExt cx="16170061" cy="164697"/>
            </a:xfrm>
            <a:solidFill>
              <a:schemeClr val="accent2">
                <a:lumMod val="20000"/>
                <a:lumOff val="80000"/>
              </a:schemeClr>
            </a:solidFill>
          </p:grpSpPr>
          <p:grpSp>
            <p:nvGrpSpPr>
              <p:cNvPr id="8" name="Groupe 7">
                <a:extLst>
                  <a:ext uri="{FF2B5EF4-FFF2-40B4-BE49-F238E27FC236}">
                    <a16:creationId xmlns:a16="http://schemas.microsoft.com/office/drawing/2014/main" id="{3F9A09DA-220F-43D6-AD74-CCD4B61C25A7}"/>
                  </a:ext>
                </a:extLst>
              </p:cNvPr>
              <p:cNvGrpSpPr/>
              <p:nvPr/>
            </p:nvGrpSpPr>
            <p:grpSpPr>
              <a:xfrm>
                <a:off x="-10360369" y="-646598"/>
                <a:ext cx="10677150" cy="164066"/>
                <a:chOff x="513817" y="222774"/>
                <a:chExt cx="10677150" cy="164066"/>
              </a:xfrm>
              <a:grpFill/>
            </p:grpSpPr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904DD543-929C-4A4F-8819-3DFCFE909BA2}"/>
                    </a:ext>
                  </a:extLst>
                </p:cNvPr>
                <p:cNvSpPr/>
                <p:nvPr/>
              </p:nvSpPr>
              <p:spPr>
                <a:xfrm>
                  <a:off x="513817" y="223156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14F9D42E-6A27-4071-AFCC-3FDA7646897A}"/>
                    </a:ext>
                  </a:extLst>
                </p:cNvPr>
                <p:cNvSpPr/>
                <p:nvPr/>
              </p:nvSpPr>
              <p:spPr>
                <a:xfrm>
                  <a:off x="2328201" y="223536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5A471F53-C8CA-44A6-8343-D550C1772C33}"/>
                    </a:ext>
                  </a:extLst>
                </p:cNvPr>
                <p:cNvSpPr/>
                <p:nvPr/>
              </p:nvSpPr>
              <p:spPr>
                <a:xfrm>
                  <a:off x="4142585" y="22315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B4C97539-88A0-495C-BF74-14F8E6691C76}"/>
                    </a:ext>
                  </a:extLst>
                </p:cNvPr>
                <p:cNvSpPr/>
                <p:nvPr/>
              </p:nvSpPr>
              <p:spPr>
                <a:xfrm>
                  <a:off x="6030889" y="22277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EF309C7F-9B63-4C39-AC29-816DFE0A3370}"/>
                    </a:ext>
                  </a:extLst>
                </p:cNvPr>
                <p:cNvSpPr/>
                <p:nvPr/>
              </p:nvSpPr>
              <p:spPr>
                <a:xfrm>
                  <a:off x="7845273" y="22315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2F610A45-F8F9-46FC-9E65-51930C2A9994}"/>
                    </a:ext>
                  </a:extLst>
                </p:cNvPr>
                <p:cNvSpPr/>
                <p:nvPr/>
              </p:nvSpPr>
              <p:spPr>
                <a:xfrm>
                  <a:off x="9659657" y="222774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BF7A0C2D-3653-4E54-A18C-59F8BA7B653C}"/>
                  </a:ext>
                </a:extLst>
              </p:cNvPr>
              <p:cNvSpPr/>
              <p:nvPr/>
            </p:nvSpPr>
            <p:spPr>
              <a:xfrm>
                <a:off x="649614" y="-647228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1031A0FA-F700-4C86-A82F-28B80423DB59}"/>
                  </a:ext>
                </a:extLst>
              </p:cNvPr>
              <p:cNvSpPr/>
              <p:nvPr/>
            </p:nvSpPr>
            <p:spPr>
              <a:xfrm>
                <a:off x="2463998" y="-646848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361995D6-0F06-4250-B97B-1DCDECBFBDDF}"/>
                  </a:ext>
                </a:extLst>
              </p:cNvPr>
              <p:cNvSpPr/>
              <p:nvPr/>
            </p:nvSpPr>
            <p:spPr>
              <a:xfrm>
                <a:off x="4278382" y="-647229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08" name="Groupe 107">
              <a:extLst>
                <a:ext uri="{FF2B5EF4-FFF2-40B4-BE49-F238E27FC236}">
                  <a16:creationId xmlns:a16="http://schemas.microsoft.com/office/drawing/2014/main" id="{B5164836-F3F6-4622-BC7D-7EB5138E441F}"/>
                </a:ext>
              </a:extLst>
            </p:cNvPr>
            <p:cNvGrpSpPr/>
            <p:nvPr/>
          </p:nvGrpSpPr>
          <p:grpSpPr>
            <a:xfrm rot="19478770">
              <a:off x="-10053698" y="3564068"/>
              <a:ext cx="16170061" cy="164697"/>
              <a:chOff x="-10360369" y="-647229"/>
              <a:chExt cx="16170061" cy="164697"/>
            </a:xfrm>
            <a:solidFill>
              <a:schemeClr val="accent2">
                <a:lumMod val="20000"/>
                <a:lumOff val="80000"/>
              </a:schemeClr>
            </a:solidFill>
          </p:grpSpPr>
          <p:grpSp>
            <p:nvGrpSpPr>
              <p:cNvPr id="109" name="Groupe 108">
                <a:extLst>
                  <a:ext uri="{FF2B5EF4-FFF2-40B4-BE49-F238E27FC236}">
                    <a16:creationId xmlns:a16="http://schemas.microsoft.com/office/drawing/2014/main" id="{49786587-F076-4CD8-B417-E5A67C90CECE}"/>
                  </a:ext>
                </a:extLst>
              </p:cNvPr>
              <p:cNvGrpSpPr/>
              <p:nvPr/>
            </p:nvGrpSpPr>
            <p:grpSpPr>
              <a:xfrm>
                <a:off x="-10360369" y="-646598"/>
                <a:ext cx="10677150" cy="164066"/>
                <a:chOff x="513817" y="222774"/>
                <a:chExt cx="10677150" cy="164066"/>
              </a:xfrm>
              <a:grpFill/>
            </p:grpSpPr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5AF1E9D7-0E89-43AA-B48D-1116BD5C6EF1}"/>
                    </a:ext>
                  </a:extLst>
                </p:cNvPr>
                <p:cNvSpPr/>
                <p:nvPr/>
              </p:nvSpPr>
              <p:spPr>
                <a:xfrm>
                  <a:off x="513817" y="223156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3C9AA33A-B5D4-4CFF-9D58-BA56CA79F612}"/>
                    </a:ext>
                  </a:extLst>
                </p:cNvPr>
                <p:cNvSpPr/>
                <p:nvPr/>
              </p:nvSpPr>
              <p:spPr>
                <a:xfrm>
                  <a:off x="2328201" y="223536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0671AEF3-858E-4E77-A9DF-2067BD5296C7}"/>
                    </a:ext>
                  </a:extLst>
                </p:cNvPr>
                <p:cNvSpPr/>
                <p:nvPr/>
              </p:nvSpPr>
              <p:spPr>
                <a:xfrm>
                  <a:off x="4142585" y="22315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0F265BF1-84EF-4224-AA8F-971B3062F870}"/>
                    </a:ext>
                  </a:extLst>
                </p:cNvPr>
                <p:cNvSpPr/>
                <p:nvPr/>
              </p:nvSpPr>
              <p:spPr>
                <a:xfrm>
                  <a:off x="6030889" y="22277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EAB74EAB-4955-4840-8484-FC526E7C6380}"/>
                    </a:ext>
                  </a:extLst>
                </p:cNvPr>
                <p:cNvSpPr/>
                <p:nvPr/>
              </p:nvSpPr>
              <p:spPr>
                <a:xfrm>
                  <a:off x="7845273" y="22315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B487B9EF-D16F-4304-8223-9B046579FB0B}"/>
                    </a:ext>
                  </a:extLst>
                </p:cNvPr>
                <p:cNvSpPr/>
                <p:nvPr/>
              </p:nvSpPr>
              <p:spPr>
                <a:xfrm>
                  <a:off x="9659657" y="222774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0E86CC74-9C6C-451F-B304-7D36EA31F8DD}"/>
                  </a:ext>
                </a:extLst>
              </p:cNvPr>
              <p:cNvSpPr/>
              <p:nvPr/>
            </p:nvSpPr>
            <p:spPr>
              <a:xfrm>
                <a:off x="649614" y="-647228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DF2DC71A-C8B5-4271-BD7F-E271A5564BD7}"/>
                  </a:ext>
                </a:extLst>
              </p:cNvPr>
              <p:cNvSpPr/>
              <p:nvPr/>
            </p:nvSpPr>
            <p:spPr>
              <a:xfrm>
                <a:off x="2463998" y="-646848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A5BC53A5-6013-4D4B-994C-B5CB3AA00FB3}"/>
                  </a:ext>
                </a:extLst>
              </p:cNvPr>
              <p:cNvSpPr/>
              <p:nvPr/>
            </p:nvSpPr>
            <p:spPr>
              <a:xfrm>
                <a:off x="4278382" y="-647229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5062E4A3-45E4-4820-ABDA-5035EE0EC3D3}"/>
              </a:ext>
            </a:extLst>
          </p:cNvPr>
          <p:cNvGrpSpPr/>
          <p:nvPr/>
        </p:nvGrpSpPr>
        <p:grpSpPr>
          <a:xfrm>
            <a:off x="4047135" y="731142"/>
            <a:ext cx="3845836" cy="939779"/>
            <a:chOff x="3666225" y="1041422"/>
            <a:chExt cx="3845836" cy="939779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5" name="Forme libre : forme 4">
              <a:extLst>
                <a:ext uri="{FF2B5EF4-FFF2-40B4-BE49-F238E27FC236}">
                  <a16:creationId xmlns:a16="http://schemas.microsoft.com/office/drawing/2014/main" id="{211B5DC9-3FA2-486E-BC6C-8473CDCD8498}"/>
                </a:ext>
              </a:extLst>
            </p:cNvPr>
            <p:cNvSpPr/>
            <p:nvPr/>
          </p:nvSpPr>
          <p:spPr>
            <a:xfrm>
              <a:off x="6422986" y="1041422"/>
              <a:ext cx="1089075" cy="939779"/>
            </a:xfrm>
            <a:custGeom>
              <a:avLst/>
              <a:gdLst>
                <a:gd name="connsiteX0" fmla="*/ 344365 w 3790950"/>
                <a:gd name="connsiteY0" fmla="*/ 0 h 3601327"/>
                <a:gd name="connsiteX1" fmla="*/ 2890618 w 3790950"/>
                <a:gd name="connsiteY1" fmla="*/ 0 h 3601327"/>
                <a:gd name="connsiteX2" fmla="*/ 3790950 w 3790950"/>
                <a:gd name="connsiteY2" fmla="*/ 1800664 h 3601327"/>
                <a:gd name="connsiteX3" fmla="*/ 2890618 w 3790950"/>
                <a:gd name="connsiteY3" fmla="*/ 3601327 h 3601327"/>
                <a:gd name="connsiteX4" fmla="*/ 344365 w 3790950"/>
                <a:gd name="connsiteY4" fmla="*/ 3601327 h 3601327"/>
                <a:gd name="connsiteX5" fmla="*/ 0 w 3790950"/>
                <a:gd name="connsiteY5" fmla="*/ 2912596 h 3601327"/>
                <a:gd name="connsiteX6" fmla="*/ 2390922 w 3790950"/>
                <a:gd name="connsiteY6" fmla="*/ 2912596 h 3601327"/>
                <a:gd name="connsiteX7" fmla="*/ 2946889 w 3790950"/>
                <a:gd name="connsiteY7" fmla="*/ 1800663 h 3601327"/>
                <a:gd name="connsiteX8" fmla="*/ 2390922 w 3790950"/>
                <a:gd name="connsiteY8" fmla="*/ 688730 h 3601327"/>
                <a:gd name="connsiteX9" fmla="*/ 0 w 3790950"/>
                <a:gd name="connsiteY9" fmla="*/ 688730 h 3601327"/>
                <a:gd name="connsiteX10" fmla="*/ 344365 w 3790950"/>
                <a:gd name="connsiteY10" fmla="*/ 0 h 360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90950" h="3601327">
                  <a:moveTo>
                    <a:pt x="344365" y="0"/>
                  </a:moveTo>
                  <a:lnTo>
                    <a:pt x="2890618" y="0"/>
                  </a:lnTo>
                  <a:lnTo>
                    <a:pt x="3790950" y="1800664"/>
                  </a:lnTo>
                  <a:lnTo>
                    <a:pt x="2890618" y="3601327"/>
                  </a:lnTo>
                  <a:lnTo>
                    <a:pt x="344365" y="3601327"/>
                  </a:lnTo>
                  <a:lnTo>
                    <a:pt x="0" y="2912596"/>
                  </a:lnTo>
                  <a:lnTo>
                    <a:pt x="2390922" y="2912596"/>
                  </a:lnTo>
                  <a:lnTo>
                    <a:pt x="2946889" y="1800663"/>
                  </a:lnTo>
                  <a:lnTo>
                    <a:pt x="2390922" y="688730"/>
                  </a:lnTo>
                  <a:lnTo>
                    <a:pt x="0" y="688730"/>
                  </a:lnTo>
                  <a:lnTo>
                    <a:pt x="344365" y="0"/>
                  </a:lnTo>
                  <a:close/>
                </a:path>
              </a:pathLst>
            </a:custGeom>
            <a:solidFill>
              <a:srgbClr val="FF7B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6" name="Hexagone 5">
              <a:extLst>
                <a:ext uri="{FF2B5EF4-FFF2-40B4-BE49-F238E27FC236}">
                  <a16:creationId xmlns:a16="http://schemas.microsoft.com/office/drawing/2014/main" id="{33C9058A-4D3D-4EF2-991D-760B6EEBE4AE}"/>
                </a:ext>
              </a:extLst>
            </p:cNvPr>
            <p:cNvSpPr/>
            <p:nvPr/>
          </p:nvSpPr>
          <p:spPr>
            <a:xfrm>
              <a:off x="3666226" y="1213838"/>
              <a:ext cx="3647408" cy="594946"/>
            </a:xfrm>
            <a:prstGeom prst="hexagon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17CA15BD-0F6A-439D-B803-4E01D35AFA58}"/>
                </a:ext>
              </a:extLst>
            </p:cNvPr>
            <p:cNvSpPr txBox="1"/>
            <p:nvPr/>
          </p:nvSpPr>
          <p:spPr>
            <a:xfrm>
              <a:off x="3666225" y="1255059"/>
              <a:ext cx="3736979" cy="458074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DIFFICULTÉS ET SOLUTIONS</a:t>
              </a:r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E91FB996-9B14-4D6C-8F13-DE8AC57B8D2F}"/>
              </a:ext>
            </a:extLst>
          </p:cNvPr>
          <p:cNvGrpSpPr/>
          <p:nvPr/>
        </p:nvGrpSpPr>
        <p:grpSpPr>
          <a:xfrm>
            <a:off x="1429197" y="2353741"/>
            <a:ext cx="2858642" cy="2991007"/>
            <a:chOff x="514350" y="2620767"/>
            <a:chExt cx="2858642" cy="2991007"/>
          </a:xfrm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</p:grpSpPr>
        <p:grpSp>
          <p:nvGrpSpPr>
            <p:cNvPr id="65" name="Groupe 64">
              <a:extLst>
                <a:ext uri="{FF2B5EF4-FFF2-40B4-BE49-F238E27FC236}">
                  <a16:creationId xmlns:a16="http://schemas.microsoft.com/office/drawing/2014/main" id="{38B552E5-D758-470B-A481-E8EE43A262DA}"/>
                </a:ext>
              </a:extLst>
            </p:cNvPr>
            <p:cNvGrpSpPr/>
            <p:nvPr/>
          </p:nvGrpSpPr>
          <p:grpSpPr>
            <a:xfrm>
              <a:off x="514350" y="2620767"/>
              <a:ext cx="2858642" cy="2991007"/>
              <a:chOff x="1534194" y="2411217"/>
              <a:chExt cx="2086448" cy="2991007"/>
            </a:xfrm>
          </p:grpSpPr>
          <p:grpSp>
            <p:nvGrpSpPr>
              <p:cNvPr id="54" name="Groupe 53">
                <a:extLst>
                  <a:ext uri="{FF2B5EF4-FFF2-40B4-BE49-F238E27FC236}">
                    <a16:creationId xmlns:a16="http://schemas.microsoft.com/office/drawing/2014/main" id="{F209196D-4AFB-4871-B7A9-9000A92C9091}"/>
                  </a:ext>
                </a:extLst>
              </p:cNvPr>
              <p:cNvGrpSpPr/>
              <p:nvPr/>
            </p:nvGrpSpPr>
            <p:grpSpPr>
              <a:xfrm>
                <a:off x="1534194" y="2411217"/>
                <a:ext cx="2086448" cy="2991007"/>
                <a:chOff x="1534194" y="2411217"/>
                <a:chExt cx="2086448" cy="2991007"/>
              </a:xfrm>
            </p:grpSpPr>
            <p:grpSp>
              <p:nvGrpSpPr>
                <p:cNvPr id="38" name="Groupe 37">
                  <a:extLst>
                    <a:ext uri="{FF2B5EF4-FFF2-40B4-BE49-F238E27FC236}">
                      <a16:creationId xmlns:a16="http://schemas.microsoft.com/office/drawing/2014/main" id="{91CD640F-97CA-48AC-920C-41628A973625}"/>
                    </a:ext>
                  </a:extLst>
                </p:cNvPr>
                <p:cNvGrpSpPr/>
                <p:nvPr/>
              </p:nvGrpSpPr>
              <p:grpSpPr>
                <a:xfrm>
                  <a:off x="1534194" y="3033713"/>
                  <a:ext cx="2086448" cy="2368511"/>
                  <a:chOff x="1197309" y="3364588"/>
                  <a:chExt cx="2086448" cy="2368511"/>
                </a:xfrm>
              </p:grpSpPr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EA83381E-97DE-4F07-8B70-6ECF7ACCB360}"/>
                      </a:ext>
                    </a:extLst>
                  </p:cNvPr>
                  <p:cNvSpPr/>
                  <p:nvPr/>
                </p:nvSpPr>
                <p:spPr>
                  <a:xfrm>
                    <a:off x="1197309" y="3364588"/>
                    <a:ext cx="2086448" cy="517358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>
                    <a:outerShdw blurRad="57785" dist="33020" dir="3180000" algn="ctr">
                      <a:srgbClr val="000000">
                        <a:alpha val="30000"/>
                      </a:srgbClr>
                    </a:outerShdw>
                  </a:effectLst>
                  <a:sp3d prstMaterial="metal">
                    <a:bevelT w="38100" h="5715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C4A22606-10FD-4F23-96EB-F5E45627E220}"/>
                      </a:ext>
                    </a:extLst>
                  </p:cNvPr>
                  <p:cNvSpPr/>
                  <p:nvPr/>
                </p:nvSpPr>
                <p:spPr>
                  <a:xfrm>
                    <a:off x="1270513" y="3456895"/>
                    <a:ext cx="1943544" cy="2276204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  <a:effectLst>
                    <a:outerShdw blurRad="57785" dist="33020" dir="3180000" algn="ctr">
                      <a:srgbClr val="000000">
                        <a:alpha val="30000"/>
                      </a:srgbClr>
                    </a:outerShdw>
                  </a:effectLst>
                  <a:sp3d prstMaterial="metal">
                    <a:bevelT w="38100" h="5715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grpSp>
              <p:nvGrpSpPr>
                <p:cNvPr id="50" name="Groupe 49">
                  <a:extLst>
                    <a:ext uri="{FF2B5EF4-FFF2-40B4-BE49-F238E27FC236}">
                      <a16:creationId xmlns:a16="http://schemas.microsoft.com/office/drawing/2014/main" id="{AC7ACE66-AD1E-472A-BAF8-79A80B45FC8D}"/>
                    </a:ext>
                  </a:extLst>
                </p:cNvPr>
                <p:cNvGrpSpPr/>
                <p:nvPr/>
              </p:nvGrpSpPr>
              <p:grpSpPr>
                <a:xfrm>
                  <a:off x="2241972" y="2411217"/>
                  <a:ext cx="670891" cy="642376"/>
                  <a:chOff x="1913283" y="1724439"/>
                  <a:chExt cx="670891" cy="642376"/>
                </a:xfrm>
              </p:grpSpPr>
              <p:sp>
                <p:nvSpPr>
                  <p:cNvPr id="48" name="Ellipse 47">
                    <a:extLst>
                      <a:ext uri="{FF2B5EF4-FFF2-40B4-BE49-F238E27FC236}">
                        <a16:creationId xmlns:a16="http://schemas.microsoft.com/office/drawing/2014/main" id="{7D0C272F-0653-42FE-B5B2-2E935CB2B78E}"/>
                      </a:ext>
                    </a:extLst>
                  </p:cNvPr>
                  <p:cNvSpPr/>
                  <p:nvPr/>
                </p:nvSpPr>
                <p:spPr>
                  <a:xfrm>
                    <a:off x="1913283" y="1724439"/>
                    <a:ext cx="670891" cy="642376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>
                    <a:outerShdw blurRad="57785" dist="33020" dir="3180000" algn="ctr">
                      <a:srgbClr val="000000">
                        <a:alpha val="30000"/>
                      </a:srgbClr>
                    </a:outerShdw>
                  </a:effectLst>
                  <a:sp3d prstMaterial="metal">
                    <a:bevelT w="38100" h="5715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9" name="Ellipse 48">
                    <a:extLst>
                      <a:ext uri="{FF2B5EF4-FFF2-40B4-BE49-F238E27FC236}">
                        <a16:creationId xmlns:a16="http://schemas.microsoft.com/office/drawing/2014/main" id="{5B71AC02-6F11-45A6-9A90-856861B646CB}"/>
                      </a:ext>
                    </a:extLst>
                  </p:cNvPr>
                  <p:cNvSpPr/>
                  <p:nvPr/>
                </p:nvSpPr>
                <p:spPr>
                  <a:xfrm>
                    <a:off x="2007704" y="1809573"/>
                    <a:ext cx="482048" cy="472108"/>
                  </a:xfrm>
                  <a:prstGeom prst="ellipse">
                    <a:avLst/>
                  </a:prstGeom>
                  <a:ln>
                    <a:noFill/>
                  </a:ln>
                  <a:effectLst>
                    <a:outerShdw blurRad="57785" dist="33020" dir="3180000" algn="ctr">
                      <a:srgbClr val="000000">
                        <a:alpha val="30000"/>
                      </a:srgbClr>
                    </a:outerShdw>
                  </a:effectLst>
                  <a:sp3d prstMaterial="metal">
                    <a:bevelT w="38100" h="57150" prst="angle"/>
                  </a:sp3d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CD44C61D-F34C-4EE7-BF52-BDD5B2D0841B}"/>
                  </a:ext>
                </a:extLst>
              </p:cNvPr>
              <p:cNvSpPr txBox="1"/>
              <p:nvPr/>
            </p:nvSpPr>
            <p:spPr>
              <a:xfrm>
                <a:off x="2256040" y="2451949"/>
                <a:ext cx="634574" cy="45807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b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</a:p>
            </p:txBody>
          </p:sp>
        </p:grpSp>
        <p:sp>
          <p:nvSpPr>
            <p:cNvPr id="72" name="ZoneTexte 71">
              <a:extLst>
                <a:ext uri="{FF2B5EF4-FFF2-40B4-BE49-F238E27FC236}">
                  <a16:creationId xmlns:a16="http://schemas.microsoft.com/office/drawing/2014/main" id="{39EAEB08-1595-4F0D-BEC0-2C519BCBB676}"/>
                </a:ext>
              </a:extLst>
            </p:cNvPr>
            <p:cNvSpPr txBox="1"/>
            <p:nvPr/>
          </p:nvSpPr>
          <p:spPr>
            <a:xfrm>
              <a:off x="670897" y="3447525"/>
              <a:ext cx="2662849" cy="2031325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txBody>
            <a:bodyPr wrap="square" rtlCol="0">
              <a:spAutoFit/>
            </a:bodyPr>
            <a:lstStyle/>
            <a:p>
              <a:r>
                <a: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Le Benton Grid</a:t>
              </a:r>
            </a:p>
            <a:p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PB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Creer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une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grille 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asy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</a:t>
              </a:r>
            </a:p>
            <a:p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metrique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avec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css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grid</a:t>
              </a:r>
            </a:p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Solu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Grid template 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Columns repeat(4, 1fr)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F1FDC784-1BE3-45FE-BCA8-65EF60EA72AB}"/>
              </a:ext>
            </a:extLst>
          </p:cNvPr>
          <p:cNvGrpSpPr/>
          <p:nvPr/>
        </p:nvGrpSpPr>
        <p:grpSpPr>
          <a:xfrm>
            <a:off x="5007075" y="2360298"/>
            <a:ext cx="2841716" cy="2986037"/>
            <a:chOff x="3730760" y="1757077"/>
            <a:chExt cx="2841716" cy="2986037"/>
          </a:xfrm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</p:grpSpPr>
        <p:grpSp>
          <p:nvGrpSpPr>
            <p:cNvPr id="67" name="Groupe 66">
              <a:extLst>
                <a:ext uri="{FF2B5EF4-FFF2-40B4-BE49-F238E27FC236}">
                  <a16:creationId xmlns:a16="http://schemas.microsoft.com/office/drawing/2014/main" id="{6C24EE8E-EFB3-4D61-864A-10894A765787}"/>
                </a:ext>
              </a:extLst>
            </p:cNvPr>
            <p:cNvGrpSpPr/>
            <p:nvPr/>
          </p:nvGrpSpPr>
          <p:grpSpPr>
            <a:xfrm>
              <a:off x="3730760" y="1757077"/>
              <a:ext cx="2662849" cy="2986037"/>
              <a:chOff x="3890955" y="1749289"/>
              <a:chExt cx="2086448" cy="2986037"/>
            </a:xfrm>
          </p:grpSpPr>
          <p:grpSp>
            <p:nvGrpSpPr>
              <p:cNvPr id="55" name="Groupe 54">
                <a:extLst>
                  <a:ext uri="{FF2B5EF4-FFF2-40B4-BE49-F238E27FC236}">
                    <a16:creationId xmlns:a16="http://schemas.microsoft.com/office/drawing/2014/main" id="{AA1BFABB-B1D3-4BFC-B5E5-4C73261B8319}"/>
                  </a:ext>
                </a:extLst>
              </p:cNvPr>
              <p:cNvGrpSpPr/>
              <p:nvPr/>
            </p:nvGrpSpPr>
            <p:grpSpPr>
              <a:xfrm>
                <a:off x="3890955" y="1749289"/>
                <a:ext cx="2086448" cy="2986037"/>
                <a:chOff x="3890955" y="1749289"/>
                <a:chExt cx="2086448" cy="2986037"/>
              </a:xfrm>
            </p:grpSpPr>
            <p:grpSp>
              <p:nvGrpSpPr>
                <p:cNvPr id="39" name="Groupe 38">
                  <a:extLst>
                    <a:ext uri="{FF2B5EF4-FFF2-40B4-BE49-F238E27FC236}">
                      <a16:creationId xmlns:a16="http://schemas.microsoft.com/office/drawing/2014/main" id="{89E77D04-D80C-412D-968B-DF5463B10958}"/>
                    </a:ext>
                  </a:extLst>
                </p:cNvPr>
                <p:cNvGrpSpPr/>
                <p:nvPr/>
              </p:nvGrpSpPr>
              <p:grpSpPr>
                <a:xfrm>
                  <a:off x="3890955" y="2366815"/>
                  <a:ext cx="2086448" cy="2368511"/>
                  <a:chOff x="1197309" y="3364588"/>
                  <a:chExt cx="2086448" cy="2368511"/>
                </a:xfrm>
              </p:grpSpPr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FC1B4412-9A5D-40DC-9881-1B50B69429CC}"/>
                      </a:ext>
                    </a:extLst>
                  </p:cNvPr>
                  <p:cNvSpPr/>
                  <p:nvPr/>
                </p:nvSpPr>
                <p:spPr>
                  <a:xfrm>
                    <a:off x="1197309" y="3364588"/>
                    <a:ext cx="2086448" cy="517358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>
                    <a:outerShdw blurRad="57785" dist="33020" dir="3180000" algn="ctr">
                      <a:srgbClr val="000000">
                        <a:alpha val="30000"/>
                      </a:srgbClr>
                    </a:outerShdw>
                  </a:effectLst>
                  <a:sp3d prstMaterial="metal">
                    <a:bevelT w="38100" h="5715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8964BE33-B945-4423-A49C-A64383936C3C}"/>
                      </a:ext>
                    </a:extLst>
                  </p:cNvPr>
                  <p:cNvSpPr/>
                  <p:nvPr/>
                </p:nvSpPr>
                <p:spPr>
                  <a:xfrm>
                    <a:off x="1270513" y="3456895"/>
                    <a:ext cx="1943544" cy="2276204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  <a:effectLst>
                    <a:outerShdw blurRad="57785" dist="33020" dir="3180000" algn="ctr">
                      <a:srgbClr val="000000">
                        <a:alpha val="30000"/>
                      </a:srgbClr>
                    </a:outerShdw>
                  </a:effectLst>
                  <a:sp3d prstMaterial="metal">
                    <a:bevelT w="38100" h="5715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51" name="Groupe 50">
                  <a:extLst>
                    <a:ext uri="{FF2B5EF4-FFF2-40B4-BE49-F238E27FC236}">
                      <a16:creationId xmlns:a16="http://schemas.microsoft.com/office/drawing/2014/main" id="{76F41182-D8B2-4CD6-A8F2-B7C01A9D1DE9}"/>
                    </a:ext>
                  </a:extLst>
                </p:cNvPr>
                <p:cNvGrpSpPr/>
                <p:nvPr/>
              </p:nvGrpSpPr>
              <p:grpSpPr>
                <a:xfrm>
                  <a:off x="4598733" y="1749289"/>
                  <a:ext cx="670891" cy="642376"/>
                  <a:chOff x="1913283" y="1724439"/>
                  <a:chExt cx="670891" cy="642376"/>
                </a:xfrm>
              </p:grpSpPr>
              <p:sp>
                <p:nvSpPr>
                  <p:cNvPr id="52" name="Ellipse 51">
                    <a:extLst>
                      <a:ext uri="{FF2B5EF4-FFF2-40B4-BE49-F238E27FC236}">
                        <a16:creationId xmlns:a16="http://schemas.microsoft.com/office/drawing/2014/main" id="{84AB4618-B34E-4E55-A88B-21901EB970CC}"/>
                      </a:ext>
                    </a:extLst>
                  </p:cNvPr>
                  <p:cNvSpPr/>
                  <p:nvPr/>
                </p:nvSpPr>
                <p:spPr>
                  <a:xfrm>
                    <a:off x="1913283" y="1724439"/>
                    <a:ext cx="670891" cy="642376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>
                    <a:outerShdw blurRad="57785" dist="33020" dir="3180000" algn="ctr">
                      <a:srgbClr val="000000">
                        <a:alpha val="30000"/>
                      </a:srgbClr>
                    </a:outerShdw>
                  </a:effectLst>
                  <a:sp3d prstMaterial="metal">
                    <a:bevelT w="38100" h="5715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53" name="Ellipse 52">
                    <a:extLst>
                      <a:ext uri="{FF2B5EF4-FFF2-40B4-BE49-F238E27FC236}">
                        <a16:creationId xmlns:a16="http://schemas.microsoft.com/office/drawing/2014/main" id="{067A7A25-BD4E-43F9-8654-11B67028FA09}"/>
                      </a:ext>
                    </a:extLst>
                  </p:cNvPr>
                  <p:cNvSpPr/>
                  <p:nvPr/>
                </p:nvSpPr>
                <p:spPr>
                  <a:xfrm>
                    <a:off x="2007704" y="1809573"/>
                    <a:ext cx="482048" cy="472108"/>
                  </a:xfrm>
                  <a:prstGeom prst="ellipse">
                    <a:avLst/>
                  </a:prstGeom>
                  <a:ln>
                    <a:noFill/>
                  </a:ln>
                  <a:effectLst>
                    <a:outerShdw blurRad="57785" dist="33020" dir="3180000" algn="ctr">
                      <a:srgbClr val="000000">
                        <a:alpha val="30000"/>
                      </a:srgbClr>
                    </a:outerShdw>
                  </a:effectLst>
                  <a:sp3d prstMaterial="metal">
                    <a:bevelT w="38100" h="57150" prst="angle"/>
                  </a:sp3d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sp>
            <p:nvSpPr>
              <p:cNvPr id="66" name="ZoneTexte 65">
                <a:extLst>
                  <a:ext uri="{FF2B5EF4-FFF2-40B4-BE49-F238E27FC236}">
                    <a16:creationId xmlns:a16="http://schemas.microsoft.com/office/drawing/2014/main" id="{AD15C943-D82B-4BC4-A300-7A5588A46672}"/>
                  </a:ext>
                </a:extLst>
              </p:cNvPr>
              <p:cNvSpPr txBox="1"/>
              <p:nvPr/>
            </p:nvSpPr>
            <p:spPr>
              <a:xfrm>
                <a:off x="4616891" y="1813090"/>
                <a:ext cx="634574" cy="45807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b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02</a:t>
                </a:r>
              </a:p>
            </p:txBody>
          </p:sp>
        </p:grpSp>
        <p:sp>
          <p:nvSpPr>
            <p:cNvPr id="73" name="ZoneTexte 72">
              <a:extLst>
                <a:ext uri="{FF2B5EF4-FFF2-40B4-BE49-F238E27FC236}">
                  <a16:creationId xmlns:a16="http://schemas.microsoft.com/office/drawing/2014/main" id="{C8550287-1A0D-4ABD-876C-49228B133332}"/>
                </a:ext>
              </a:extLst>
            </p:cNvPr>
            <p:cNvSpPr txBox="1"/>
            <p:nvPr/>
          </p:nvSpPr>
          <p:spPr>
            <a:xfrm>
              <a:off x="3909627" y="2638059"/>
              <a:ext cx="2662849" cy="2031325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txBody>
            <a:bodyPr wrap="square" rtlCol="0">
              <a:spAutoFit/>
            </a:bodyPr>
            <a:lstStyle/>
            <a:p>
              <a:r>
                <a: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Compteurs</a:t>
              </a:r>
              <a:r>
                <a: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an</a:t>
              </a:r>
              <a:r>
                <a:rPr lang="fr-FR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imés</a:t>
              </a:r>
              <a:endParaRPr lang="fr-FR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PB: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</a:t>
              </a:r>
              <a:r>
                <a:rPr lang="fr-F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é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tecter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quand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l’utilisateur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scroll</a:t>
              </a:r>
            </a:p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Solu: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IntersectionObserver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Groupe 3">
            <a:extLst>
              <a:ext uri="{FF2B5EF4-FFF2-40B4-BE49-F238E27FC236}">
                <a16:creationId xmlns:a16="http://schemas.microsoft.com/office/drawing/2014/main" id="{85FC675C-2999-402A-B789-92C79F60B8C3}"/>
              </a:ext>
            </a:extLst>
          </p:cNvPr>
          <p:cNvGrpSpPr/>
          <p:nvPr/>
        </p:nvGrpSpPr>
        <p:grpSpPr>
          <a:xfrm>
            <a:off x="8336284" y="2361641"/>
            <a:ext cx="2808479" cy="3043007"/>
            <a:chOff x="6490603" y="1754971"/>
            <a:chExt cx="2808479" cy="3043007"/>
          </a:xfrm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</p:grpSpPr>
        <p:grpSp>
          <p:nvGrpSpPr>
            <p:cNvPr id="69" name="Groupe 68">
              <a:extLst>
                <a:ext uri="{FF2B5EF4-FFF2-40B4-BE49-F238E27FC236}">
                  <a16:creationId xmlns:a16="http://schemas.microsoft.com/office/drawing/2014/main" id="{E608E94B-1151-420C-8E34-84E1A659AF82}"/>
                </a:ext>
              </a:extLst>
            </p:cNvPr>
            <p:cNvGrpSpPr/>
            <p:nvPr/>
          </p:nvGrpSpPr>
          <p:grpSpPr>
            <a:xfrm>
              <a:off x="6490603" y="1754971"/>
              <a:ext cx="2785229" cy="2985106"/>
              <a:chOff x="6642176" y="1750220"/>
              <a:chExt cx="2086448" cy="2985106"/>
            </a:xfrm>
          </p:grpSpPr>
          <p:grpSp>
            <p:nvGrpSpPr>
              <p:cNvPr id="59" name="Groupe 58">
                <a:extLst>
                  <a:ext uri="{FF2B5EF4-FFF2-40B4-BE49-F238E27FC236}">
                    <a16:creationId xmlns:a16="http://schemas.microsoft.com/office/drawing/2014/main" id="{ED91396E-BAA1-4969-867D-C1F47B9C4A1B}"/>
                  </a:ext>
                </a:extLst>
              </p:cNvPr>
              <p:cNvGrpSpPr/>
              <p:nvPr/>
            </p:nvGrpSpPr>
            <p:grpSpPr>
              <a:xfrm>
                <a:off x="6642176" y="1750220"/>
                <a:ext cx="2086448" cy="2985106"/>
                <a:chOff x="6642176" y="1750220"/>
                <a:chExt cx="2086448" cy="2985106"/>
              </a:xfrm>
            </p:grpSpPr>
            <p:grpSp>
              <p:nvGrpSpPr>
                <p:cNvPr id="42" name="Groupe 41">
                  <a:extLst>
                    <a:ext uri="{FF2B5EF4-FFF2-40B4-BE49-F238E27FC236}">
                      <a16:creationId xmlns:a16="http://schemas.microsoft.com/office/drawing/2014/main" id="{E2000AA3-5210-46B0-9C90-B426972ED0EF}"/>
                    </a:ext>
                  </a:extLst>
                </p:cNvPr>
                <p:cNvGrpSpPr/>
                <p:nvPr/>
              </p:nvGrpSpPr>
              <p:grpSpPr>
                <a:xfrm>
                  <a:off x="6642176" y="2366815"/>
                  <a:ext cx="2086448" cy="2368511"/>
                  <a:chOff x="1197309" y="3364588"/>
                  <a:chExt cx="2086448" cy="2368511"/>
                </a:xfrm>
              </p:grpSpPr>
              <p:sp>
                <p:nvSpPr>
                  <p:cNvPr id="43" name="Rectangle 42">
                    <a:extLst>
                      <a:ext uri="{FF2B5EF4-FFF2-40B4-BE49-F238E27FC236}">
                        <a16:creationId xmlns:a16="http://schemas.microsoft.com/office/drawing/2014/main" id="{0C80ABC3-30EF-4725-82DB-E9ED0B42D826}"/>
                      </a:ext>
                    </a:extLst>
                  </p:cNvPr>
                  <p:cNvSpPr/>
                  <p:nvPr/>
                </p:nvSpPr>
                <p:spPr>
                  <a:xfrm>
                    <a:off x="1197309" y="3364588"/>
                    <a:ext cx="2086448" cy="517358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>
                    <a:outerShdw blurRad="57785" dist="33020" dir="3180000" algn="ctr">
                      <a:srgbClr val="000000">
                        <a:alpha val="30000"/>
                      </a:srgbClr>
                    </a:outerShdw>
                  </a:effectLst>
                  <a:sp3d prstMaterial="metal">
                    <a:bevelT w="38100" h="5715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F291876D-F24A-4D3C-AF22-B4F2568018F9}"/>
                      </a:ext>
                    </a:extLst>
                  </p:cNvPr>
                  <p:cNvSpPr/>
                  <p:nvPr/>
                </p:nvSpPr>
                <p:spPr>
                  <a:xfrm>
                    <a:off x="1270513" y="3456895"/>
                    <a:ext cx="1943544" cy="2276204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  <a:effectLst>
                    <a:outerShdw blurRad="57785" dist="33020" dir="3180000" algn="ctr">
                      <a:srgbClr val="000000">
                        <a:alpha val="30000"/>
                      </a:srgbClr>
                    </a:outerShdw>
                  </a:effectLst>
                  <a:sp3d prstMaterial="metal">
                    <a:bevelT w="38100" h="5715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56" name="Groupe 55">
                  <a:extLst>
                    <a:ext uri="{FF2B5EF4-FFF2-40B4-BE49-F238E27FC236}">
                      <a16:creationId xmlns:a16="http://schemas.microsoft.com/office/drawing/2014/main" id="{35BC6304-74DE-4AAA-A0C0-16F1C43B6AB6}"/>
                    </a:ext>
                  </a:extLst>
                </p:cNvPr>
                <p:cNvGrpSpPr/>
                <p:nvPr/>
              </p:nvGrpSpPr>
              <p:grpSpPr>
                <a:xfrm>
                  <a:off x="7349954" y="1750220"/>
                  <a:ext cx="670891" cy="642376"/>
                  <a:chOff x="1913283" y="1724439"/>
                  <a:chExt cx="670891" cy="642376"/>
                </a:xfrm>
              </p:grpSpPr>
              <p:sp>
                <p:nvSpPr>
                  <p:cNvPr id="57" name="Ellipse 56">
                    <a:extLst>
                      <a:ext uri="{FF2B5EF4-FFF2-40B4-BE49-F238E27FC236}">
                        <a16:creationId xmlns:a16="http://schemas.microsoft.com/office/drawing/2014/main" id="{67A708D0-244E-4121-92F3-68ADAA56B667}"/>
                      </a:ext>
                    </a:extLst>
                  </p:cNvPr>
                  <p:cNvSpPr/>
                  <p:nvPr/>
                </p:nvSpPr>
                <p:spPr>
                  <a:xfrm>
                    <a:off x="1913283" y="1724439"/>
                    <a:ext cx="670891" cy="642376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>
                    <a:outerShdw blurRad="57785" dist="33020" dir="3180000" algn="ctr">
                      <a:srgbClr val="000000">
                        <a:alpha val="30000"/>
                      </a:srgbClr>
                    </a:outerShdw>
                  </a:effectLst>
                  <a:sp3d prstMaterial="metal">
                    <a:bevelT w="38100" h="57150" prst="angle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58" name="Ellipse 57">
                    <a:extLst>
                      <a:ext uri="{FF2B5EF4-FFF2-40B4-BE49-F238E27FC236}">
                        <a16:creationId xmlns:a16="http://schemas.microsoft.com/office/drawing/2014/main" id="{F499B264-2B67-4ACD-AFE3-6F6EFA407E74}"/>
                      </a:ext>
                    </a:extLst>
                  </p:cNvPr>
                  <p:cNvSpPr/>
                  <p:nvPr/>
                </p:nvSpPr>
                <p:spPr>
                  <a:xfrm>
                    <a:off x="2007704" y="1809573"/>
                    <a:ext cx="482048" cy="472108"/>
                  </a:xfrm>
                  <a:prstGeom prst="ellipse">
                    <a:avLst/>
                  </a:prstGeom>
                  <a:ln>
                    <a:noFill/>
                  </a:ln>
                  <a:effectLst>
                    <a:outerShdw blurRad="57785" dist="33020" dir="3180000" algn="ctr">
                      <a:srgbClr val="000000">
                        <a:alpha val="30000"/>
                      </a:srgbClr>
                    </a:outerShdw>
                  </a:effectLst>
                  <a:sp3d prstMaterial="metal">
                    <a:bevelT w="38100" h="57150" prst="angle"/>
                  </a:sp3d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sp>
            <p:nvSpPr>
              <p:cNvPr id="68" name="ZoneTexte 67">
                <a:extLst>
                  <a:ext uri="{FF2B5EF4-FFF2-40B4-BE49-F238E27FC236}">
                    <a16:creationId xmlns:a16="http://schemas.microsoft.com/office/drawing/2014/main" id="{63E2D2DC-FA2A-4E97-B6B1-E0F759842E1F}"/>
                  </a:ext>
                </a:extLst>
              </p:cNvPr>
              <p:cNvSpPr txBox="1"/>
              <p:nvPr/>
            </p:nvSpPr>
            <p:spPr>
              <a:xfrm>
                <a:off x="7368112" y="1798305"/>
                <a:ext cx="634574" cy="45807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b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03</a:t>
                </a:r>
              </a:p>
            </p:txBody>
          </p:sp>
        </p:grpSp>
        <p:sp>
          <p:nvSpPr>
            <p:cNvPr id="76" name="ZoneTexte 75">
              <a:extLst>
                <a:ext uri="{FF2B5EF4-FFF2-40B4-BE49-F238E27FC236}">
                  <a16:creationId xmlns:a16="http://schemas.microsoft.com/office/drawing/2014/main" id="{8327B144-388E-4BD0-99C4-0C3198DE0487}"/>
                </a:ext>
              </a:extLst>
            </p:cNvPr>
            <p:cNvSpPr txBox="1"/>
            <p:nvPr/>
          </p:nvSpPr>
          <p:spPr>
            <a:xfrm>
              <a:off x="6621266" y="2489654"/>
              <a:ext cx="2677816" cy="2308324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txBody>
            <a:bodyPr wrap="square" rtlCol="0">
              <a:spAutoFit/>
            </a:bodyPr>
            <a:lstStyle/>
            <a:p>
              <a:r>
                <a: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Dark mode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persistant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PB: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Le theme se r</a:t>
              </a:r>
              <a:r>
                <a:rPr lang="fr-F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é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initia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</a:p>
            <a:p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Liseen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changeant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de page</a:t>
              </a:r>
            </a:p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Solu: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localStorage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pour</a:t>
              </a:r>
            </a:p>
            <a:p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sauvegarder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le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choix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CED5B15F-D142-455A-8762-B7CC2FBA6213}"/>
              </a:ext>
            </a:extLst>
          </p:cNvPr>
          <p:cNvGrpSpPr/>
          <p:nvPr/>
        </p:nvGrpSpPr>
        <p:grpSpPr>
          <a:xfrm rot="16200000">
            <a:off x="-940402" y="-1635112"/>
            <a:ext cx="1823506" cy="2004329"/>
            <a:chOff x="6283032" y="2219636"/>
            <a:chExt cx="4546734" cy="467608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5" name="Arc 154">
              <a:extLst>
                <a:ext uri="{FF2B5EF4-FFF2-40B4-BE49-F238E27FC236}">
                  <a16:creationId xmlns:a16="http://schemas.microsoft.com/office/drawing/2014/main" id="{24C0085F-DC21-4605-A5F4-F3E31BB33C01}"/>
                </a:ext>
              </a:extLst>
            </p:cNvPr>
            <p:cNvSpPr/>
            <p:nvPr/>
          </p:nvSpPr>
          <p:spPr>
            <a:xfrm rot="8069694">
              <a:off x="6218357" y="2284311"/>
              <a:ext cx="4523684" cy="4394334"/>
            </a:xfrm>
            <a:prstGeom prst="arc">
              <a:avLst>
                <a:gd name="adj1" fmla="val 16200000"/>
                <a:gd name="adj2" fmla="val 15620405"/>
              </a:avLst>
            </a:prstGeom>
            <a:ln>
              <a:solidFill>
                <a:srgbClr val="FF7B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56" name="Arc 155">
              <a:extLst>
                <a:ext uri="{FF2B5EF4-FFF2-40B4-BE49-F238E27FC236}">
                  <a16:creationId xmlns:a16="http://schemas.microsoft.com/office/drawing/2014/main" id="{3FE6B4B0-1CFC-42AC-9567-C53CF9BE985C}"/>
                </a:ext>
              </a:extLst>
            </p:cNvPr>
            <p:cNvSpPr/>
            <p:nvPr/>
          </p:nvSpPr>
          <p:spPr>
            <a:xfrm rot="8069694">
              <a:off x="6370757" y="2436711"/>
              <a:ext cx="4523684" cy="4394334"/>
            </a:xfrm>
            <a:prstGeom prst="arc">
              <a:avLst>
                <a:gd name="adj1" fmla="val 16200000"/>
                <a:gd name="adj2" fmla="val 15620405"/>
              </a:avLst>
            </a:prstGeom>
            <a:ln>
              <a:solidFill>
                <a:srgbClr val="FF7B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157" name="Groupe 156">
            <a:extLst>
              <a:ext uri="{FF2B5EF4-FFF2-40B4-BE49-F238E27FC236}">
                <a16:creationId xmlns:a16="http://schemas.microsoft.com/office/drawing/2014/main" id="{033AA49E-DD50-472F-942A-99BFDAF4B7CE}"/>
              </a:ext>
            </a:extLst>
          </p:cNvPr>
          <p:cNvGrpSpPr/>
          <p:nvPr/>
        </p:nvGrpSpPr>
        <p:grpSpPr>
          <a:xfrm rot="3481902">
            <a:off x="608256" y="6394221"/>
            <a:ext cx="1823506" cy="2004329"/>
            <a:chOff x="6283032" y="2219636"/>
            <a:chExt cx="4546734" cy="467608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8" name="Arc 157">
              <a:extLst>
                <a:ext uri="{FF2B5EF4-FFF2-40B4-BE49-F238E27FC236}">
                  <a16:creationId xmlns:a16="http://schemas.microsoft.com/office/drawing/2014/main" id="{5E882EF6-D4A6-4DF6-9263-DED6615AF694}"/>
                </a:ext>
              </a:extLst>
            </p:cNvPr>
            <p:cNvSpPr/>
            <p:nvPr/>
          </p:nvSpPr>
          <p:spPr>
            <a:xfrm rot="8069694">
              <a:off x="6218357" y="2284311"/>
              <a:ext cx="4523684" cy="4394334"/>
            </a:xfrm>
            <a:prstGeom prst="arc">
              <a:avLst>
                <a:gd name="adj1" fmla="val 16200000"/>
                <a:gd name="adj2" fmla="val 15620405"/>
              </a:avLst>
            </a:prstGeom>
            <a:ln>
              <a:solidFill>
                <a:srgbClr val="FF7B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59" name="Arc 158">
              <a:extLst>
                <a:ext uri="{FF2B5EF4-FFF2-40B4-BE49-F238E27FC236}">
                  <a16:creationId xmlns:a16="http://schemas.microsoft.com/office/drawing/2014/main" id="{A1C3114E-6089-4CC5-AF41-4BF99DD252AC}"/>
                </a:ext>
              </a:extLst>
            </p:cNvPr>
            <p:cNvSpPr/>
            <p:nvPr/>
          </p:nvSpPr>
          <p:spPr>
            <a:xfrm rot="8069694">
              <a:off x="6370757" y="2436711"/>
              <a:ext cx="4523684" cy="4394334"/>
            </a:xfrm>
            <a:prstGeom prst="arc">
              <a:avLst>
                <a:gd name="adj1" fmla="val 16200000"/>
                <a:gd name="adj2" fmla="val 15620405"/>
              </a:avLst>
            </a:prstGeom>
            <a:ln>
              <a:solidFill>
                <a:srgbClr val="FF7B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160" name="Groupe 159">
            <a:extLst>
              <a:ext uri="{FF2B5EF4-FFF2-40B4-BE49-F238E27FC236}">
                <a16:creationId xmlns:a16="http://schemas.microsoft.com/office/drawing/2014/main" id="{F4CF6DA2-C77D-444C-8394-F2D62DF0805C}"/>
              </a:ext>
            </a:extLst>
          </p:cNvPr>
          <p:cNvGrpSpPr/>
          <p:nvPr/>
        </p:nvGrpSpPr>
        <p:grpSpPr>
          <a:xfrm>
            <a:off x="-17466045" y="5910072"/>
            <a:ext cx="18375575" cy="777401"/>
            <a:chOff x="-10053698" y="2951364"/>
            <a:chExt cx="18375575" cy="777401"/>
          </a:xfrm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grpSp>
          <p:nvGrpSpPr>
            <p:cNvPr id="161" name="Groupe 160">
              <a:extLst>
                <a:ext uri="{FF2B5EF4-FFF2-40B4-BE49-F238E27FC236}">
                  <a16:creationId xmlns:a16="http://schemas.microsoft.com/office/drawing/2014/main" id="{015B9A9A-82EE-4B58-AFD1-21F68A76A3A7}"/>
                </a:ext>
              </a:extLst>
            </p:cNvPr>
            <p:cNvGrpSpPr/>
            <p:nvPr/>
          </p:nvGrpSpPr>
          <p:grpSpPr>
            <a:xfrm rot="19478770">
              <a:off x="-8658569" y="3092040"/>
              <a:ext cx="16170061" cy="164697"/>
              <a:chOff x="-10360369" y="-647229"/>
              <a:chExt cx="16170061" cy="164697"/>
            </a:xfrm>
            <a:solidFill>
              <a:schemeClr val="accent2">
                <a:lumMod val="20000"/>
                <a:lumOff val="80000"/>
              </a:schemeClr>
            </a:solidFill>
          </p:grpSpPr>
          <p:grpSp>
            <p:nvGrpSpPr>
              <p:cNvPr id="184" name="Groupe 183">
                <a:extLst>
                  <a:ext uri="{FF2B5EF4-FFF2-40B4-BE49-F238E27FC236}">
                    <a16:creationId xmlns:a16="http://schemas.microsoft.com/office/drawing/2014/main" id="{9DD88C46-1000-4BD3-A159-6C065DEA6293}"/>
                  </a:ext>
                </a:extLst>
              </p:cNvPr>
              <p:cNvGrpSpPr/>
              <p:nvPr/>
            </p:nvGrpSpPr>
            <p:grpSpPr>
              <a:xfrm>
                <a:off x="-10360369" y="-646598"/>
                <a:ext cx="10677150" cy="164066"/>
                <a:chOff x="513817" y="222774"/>
                <a:chExt cx="10677150" cy="164066"/>
              </a:xfrm>
              <a:grpFill/>
            </p:grpSpPr>
            <p:sp>
              <p:nvSpPr>
                <p:cNvPr id="188" name="Rectangle 187">
                  <a:extLst>
                    <a:ext uri="{FF2B5EF4-FFF2-40B4-BE49-F238E27FC236}">
                      <a16:creationId xmlns:a16="http://schemas.microsoft.com/office/drawing/2014/main" id="{E2A8B045-8D22-4170-8D22-6584A9D4B8B9}"/>
                    </a:ext>
                  </a:extLst>
                </p:cNvPr>
                <p:cNvSpPr/>
                <p:nvPr/>
              </p:nvSpPr>
              <p:spPr>
                <a:xfrm>
                  <a:off x="513817" y="223156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89" name="Rectangle 188">
                  <a:extLst>
                    <a:ext uri="{FF2B5EF4-FFF2-40B4-BE49-F238E27FC236}">
                      <a16:creationId xmlns:a16="http://schemas.microsoft.com/office/drawing/2014/main" id="{48C17716-053E-43F2-A262-2B9A29B25D8B}"/>
                    </a:ext>
                  </a:extLst>
                </p:cNvPr>
                <p:cNvSpPr/>
                <p:nvPr/>
              </p:nvSpPr>
              <p:spPr>
                <a:xfrm>
                  <a:off x="2328201" y="223536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0" name="Rectangle 189">
                  <a:extLst>
                    <a:ext uri="{FF2B5EF4-FFF2-40B4-BE49-F238E27FC236}">
                      <a16:creationId xmlns:a16="http://schemas.microsoft.com/office/drawing/2014/main" id="{0E661744-7E2B-4EBE-81DE-917ED1B19DB4}"/>
                    </a:ext>
                  </a:extLst>
                </p:cNvPr>
                <p:cNvSpPr/>
                <p:nvPr/>
              </p:nvSpPr>
              <p:spPr>
                <a:xfrm>
                  <a:off x="4142585" y="22315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1" name="Rectangle 190">
                  <a:extLst>
                    <a:ext uri="{FF2B5EF4-FFF2-40B4-BE49-F238E27FC236}">
                      <a16:creationId xmlns:a16="http://schemas.microsoft.com/office/drawing/2014/main" id="{5CB5BE88-131F-4322-9258-9E282F0E4625}"/>
                    </a:ext>
                  </a:extLst>
                </p:cNvPr>
                <p:cNvSpPr/>
                <p:nvPr/>
              </p:nvSpPr>
              <p:spPr>
                <a:xfrm>
                  <a:off x="6030889" y="22277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2" name="Rectangle 191">
                  <a:extLst>
                    <a:ext uri="{FF2B5EF4-FFF2-40B4-BE49-F238E27FC236}">
                      <a16:creationId xmlns:a16="http://schemas.microsoft.com/office/drawing/2014/main" id="{3AA400D4-986A-4C6D-9131-BE345CF486CC}"/>
                    </a:ext>
                  </a:extLst>
                </p:cNvPr>
                <p:cNvSpPr/>
                <p:nvPr/>
              </p:nvSpPr>
              <p:spPr>
                <a:xfrm>
                  <a:off x="7845273" y="22315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3" name="Rectangle 192">
                  <a:extLst>
                    <a:ext uri="{FF2B5EF4-FFF2-40B4-BE49-F238E27FC236}">
                      <a16:creationId xmlns:a16="http://schemas.microsoft.com/office/drawing/2014/main" id="{D2211916-2FE1-42B1-8550-75C36CCD8B31}"/>
                    </a:ext>
                  </a:extLst>
                </p:cNvPr>
                <p:cNvSpPr/>
                <p:nvPr/>
              </p:nvSpPr>
              <p:spPr>
                <a:xfrm>
                  <a:off x="9659657" y="222774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602647AC-39F3-4C22-9CB5-D2EF3A186A39}"/>
                  </a:ext>
                </a:extLst>
              </p:cNvPr>
              <p:cNvSpPr/>
              <p:nvPr/>
            </p:nvSpPr>
            <p:spPr>
              <a:xfrm>
                <a:off x="649614" y="-647228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2D2D2654-F14F-4E6E-852B-37F7374FCCE4}"/>
                  </a:ext>
                </a:extLst>
              </p:cNvPr>
              <p:cNvSpPr/>
              <p:nvPr/>
            </p:nvSpPr>
            <p:spPr>
              <a:xfrm>
                <a:off x="2463998" y="-646848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19A510FC-E1A9-4559-869F-086EAAC2023F}"/>
                  </a:ext>
                </a:extLst>
              </p:cNvPr>
              <p:cNvSpPr/>
              <p:nvPr/>
            </p:nvSpPr>
            <p:spPr>
              <a:xfrm>
                <a:off x="4278382" y="-647229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62" name="Groupe 161">
              <a:extLst>
                <a:ext uri="{FF2B5EF4-FFF2-40B4-BE49-F238E27FC236}">
                  <a16:creationId xmlns:a16="http://schemas.microsoft.com/office/drawing/2014/main" id="{CB410307-0DB9-412B-85C5-A6D48A2A60A9}"/>
                </a:ext>
              </a:extLst>
            </p:cNvPr>
            <p:cNvGrpSpPr/>
            <p:nvPr/>
          </p:nvGrpSpPr>
          <p:grpSpPr>
            <a:xfrm rot="19478770">
              <a:off x="-7848184" y="2951364"/>
              <a:ext cx="16170061" cy="164697"/>
              <a:chOff x="-10360369" y="-647229"/>
              <a:chExt cx="16170061" cy="164697"/>
            </a:xfrm>
            <a:solidFill>
              <a:schemeClr val="accent2">
                <a:lumMod val="20000"/>
                <a:lumOff val="80000"/>
              </a:schemeClr>
            </a:solidFill>
          </p:grpSpPr>
          <p:grpSp>
            <p:nvGrpSpPr>
              <p:cNvPr id="174" name="Groupe 173">
                <a:extLst>
                  <a:ext uri="{FF2B5EF4-FFF2-40B4-BE49-F238E27FC236}">
                    <a16:creationId xmlns:a16="http://schemas.microsoft.com/office/drawing/2014/main" id="{50677B11-68FA-4CA4-9BF2-5DD2BB9836EA}"/>
                  </a:ext>
                </a:extLst>
              </p:cNvPr>
              <p:cNvGrpSpPr/>
              <p:nvPr/>
            </p:nvGrpSpPr>
            <p:grpSpPr>
              <a:xfrm>
                <a:off x="-10360369" y="-646598"/>
                <a:ext cx="10677150" cy="164066"/>
                <a:chOff x="513817" y="222774"/>
                <a:chExt cx="10677150" cy="164066"/>
              </a:xfrm>
              <a:grpFill/>
            </p:grpSpPr>
            <p:sp>
              <p:nvSpPr>
                <p:cNvPr id="178" name="Rectangle 177">
                  <a:extLst>
                    <a:ext uri="{FF2B5EF4-FFF2-40B4-BE49-F238E27FC236}">
                      <a16:creationId xmlns:a16="http://schemas.microsoft.com/office/drawing/2014/main" id="{040C602B-D51C-45CB-855D-0A94E9EC0E08}"/>
                    </a:ext>
                  </a:extLst>
                </p:cNvPr>
                <p:cNvSpPr/>
                <p:nvPr/>
              </p:nvSpPr>
              <p:spPr>
                <a:xfrm>
                  <a:off x="513817" y="223156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9" name="Rectangle 178">
                  <a:extLst>
                    <a:ext uri="{FF2B5EF4-FFF2-40B4-BE49-F238E27FC236}">
                      <a16:creationId xmlns:a16="http://schemas.microsoft.com/office/drawing/2014/main" id="{A8B1427C-5AD8-429F-AA97-F157C6B22C87}"/>
                    </a:ext>
                  </a:extLst>
                </p:cNvPr>
                <p:cNvSpPr/>
                <p:nvPr/>
              </p:nvSpPr>
              <p:spPr>
                <a:xfrm>
                  <a:off x="2328201" y="223536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80" name="Rectangle 179">
                  <a:extLst>
                    <a:ext uri="{FF2B5EF4-FFF2-40B4-BE49-F238E27FC236}">
                      <a16:creationId xmlns:a16="http://schemas.microsoft.com/office/drawing/2014/main" id="{EB6E9E13-13B1-4217-BCDF-9597180252CB}"/>
                    </a:ext>
                  </a:extLst>
                </p:cNvPr>
                <p:cNvSpPr/>
                <p:nvPr/>
              </p:nvSpPr>
              <p:spPr>
                <a:xfrm>
                  <a:off x="4142585" y="22315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81" name="Rectangle 180">
                  <a:extLst>
                    <a:ext uri="{FF2B5EF4-FFF2-40B4-BE49-F238E27FC236}">
                      <a16:creationId xmlns:a16="http://schemas.microsoft.com/office/drawing/2014/main" id="{AF23BE64-32A6-4D4F-96B5-9BBE2B39297E}"/>
                    </a:ext>
                  </a:extLst>
                </p:cNvPr>
                <p:cNvSpPr/>
                <p:nvPr/>
              </p:nvSpPr>
              <p:spPr>
                <a:xfrm>
                  <a:off x="6030889" y="22277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82" name="Rectangle 181">
                  <a:extLst>
                    <a:ext uri="{FF2B5EF4-FFF2-40B4-BE49-F238E27FC236}">
                      <a16:creationId xmlns:a16="http://schemas.microsoft.com/office/drawing/2014/main" id="{6B183513-3385-4CC7-A88D-2A12F36B0A42}"/>
                    </a:ext>
                  </a:extLst>
                </p:cNvPr>
                <p:cNvSpPr/>
                <p:nvPr/>
              </p:nvSpPr>
              <p:spPr>
                <a:xfrm>
                  <a:off x="7845273" y="22315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83" name="Rectangle 182">
                  <a:extLst>
                    <a:ext uri="{FF2B5EF4-FFF2-40B4-BE49-F238E27FC236}">
                      <a16:creationId xmlns:a16="http://schemas.microsoft.com/office/drawing/2014/main" id="{AF2DB076-7073-496A-825B-AC601426F562}"/>
                    </a:ext>
                  </a:extLst>
                </p:cNvPr>
                <p:cNvSpPr/>
                <p:nvPr/>
              </p:nvSpPr>
              <p:spPr>
                <a:xfrm>
                  <a:off x="9659657" y="222774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33D5687F-CDD6-4AEB-AEB0-57E026166B9B}"/>
                  </a:ext>
                </a:extLst>
              </p:cNvPr>
              <p:cNvSpPr/>
              <p:nvPr/>
            </p:nvSpPr>
            <p:spPr>
              <a:xfrm>
                <a:off x="649614" y="-647228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8EA0F0D6-8AA7-456C-A9F3-7113B337E732}"/>
                  </a:ext>
                </a:extLst>
              </p:cNvPr>
              <p:cNvSpPr/>
              <p:nvPr/>
            </p:nvSpPr>
            <p:spPr>
              <a:xfrm>
                <a:off x="2463998" y="-646848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EAF7FD23-6444-4FE1-BE63-C32C44AA3664}"/>
                  </a:ext>
                </a:extLst>
              </p:cNvPr>
              <p:cNvSpPr/>
              <p:nvPr/>
            </p:nvSpPr>
            <p:spPr>
              <a:xfrm>
                <a:off x="4278382" y="-647229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63" name="Groupe 162">
              <a:extLst>
                <a:ext uri="{FF2B5EF4-FFF2-40B4-BE49-F238E27FC236}">
                  <a16:creationId xmlns:a16="http://schemas.microsoft.com/office/drawing/2014/main" id="{0B5B7F5D-4DFC-4DEB-8A64-2B2C5C629252}"/>
                </a:ext>
              </a:extLst>
            </p:cNvPr>
            <p:cNvGrpSpPr/>
            <p:nvPr/>
          </p:nvGrpSpPr>
          <p:grpSpPr>
            <a:xfrm rot="19478770">
              <a:off x="-10053698" y="3564068"/>
              <a:ext cx="16170061" cy="164697"/>
              <a:chOff x="-10360369" y="-647229"/>
              <a:chExt cx="16170061" cy="164697"/>
            </a:xfrm>
            <a:solidFill>
              <a:schemeClr val="accent2">
                <a:lumMod val="20000"/>
                <a:lumOff val="80000"/>
              </a:schemeClr>
            </a:solidFill>
          </p:grpSpPr>
          <p:grpSp>
            <p:nvGrpSpPr>
              <p:cNvPr id="164" name="Groupe 163">
                <a:extLst>
                  <a:ext uri="{FF2B5EF4-FFF2-40B4-BE49-F238E27FC236}">
                    <a16:creationId xmlns:a16="http://schemas.microsoft.com/office/drawing/2014/main" id="{605232F3-35A9-4146-AEAA-097145C5FA2A}"/>
                  </a:ext>
                </a:extLst>
              </p:cNvPr>
              <p:cNvGrpSpPr/>
              <p:nvPr/>
            </p:nvGrpSpPr>
            <p:grpSpPr>
              <a:xfrm>
                <a:off x="-10360369" y="-646598"/>
                <a:ext cx="10677150" cy="164066"/>
                <a:chOff x="513817" y="222774"/>
                <a:chExt cx="10677150" cy="164066"/>
              </a:xfrm>
              <a:grpFill/>
            </p:grpSpPr>
            <p:sp>
              <p:nvSpPr>
                <p:cNvPr id="168" name="Rectangle 167">
                  <a:extLst>
                    <a:ext uri="{FF2B5EF4-FFF2-40B4-BE49-F238E27FC236}">
                      <a16:creationId xmlns:a16="http://schemas.microsoft.com/office/drawing/2014/main" id="{3DACE981-B211-4C29-B924-6339818D8BDA}"/>
                    </a:ext>
                  </a:extLst>
                </p:cNvPr>
                <p:cNvSpPr/>
                <p:nvPr/>
              </p:nvSpPr>
              <p:spPr>
                <a:xfrm>
                  <a:off x="513817" y="223156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69" name="Rectangle 168">
                  <a:extLst>
                    <a:ext uri="{FF2B5EF4-FFF2-40B4-BE49-F238E27FC236}">
                      <a16:creationId xmlns:a16="http://schemas.microsoft.com/office/drawing/2014/main" id="{96585B06-0D6C-4B6F-A6C6-B9EC4501892A}"/>
                    </a:ext>
                  </a:extLst>
                </p:cNvPr>
                <p:cNvSpPr/>
                <p:nvPr/>
              </p:nvSpPr>
              <p:spPr>
                <a:xfrm>
                  <a:off x="2328201" y="223536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0" name="Rectangle 169">
                  <a:extLst>
                    <a:ext uri="{FF2B5EF4-FFF2-40B4-BE49-F238E27FC236}">
                      <a16:creationId xmlns:a16="http://schemas.microsoft.com/office/drawing/2014/main" id="{79C07CEE-949E-4C4F-A272-6A15921A71EA}"/>
                    </a:ext>
                  </a:extLst>
                </p:cNvPr>
                <p:cNvSpPr/>
                <p:nvPr/>
              </p:nvSpPr>
              <p:spPr>
                <a:xfrm>
                  <a:off x="4142585" y="22315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1" name="Rectangle 170">
                  <a:extLst>
                    <a:ext uri="{FF2B5EF4-FFF2-40B4-BE49-F238E27FC236}">
                      <a16:creationId xmlns:a16="http://schemas.microsoft.com/office/drawing/2014/main" id="{E14F3F56-C859-47BB-82DE-AB72E464D37C}"/>
                    </a:ext>
                  </a:extLst>
                </p:cNvPr>
                <p:cNvSpPr/>
                <p:nvPr/>
              </p:nvSpPr>
              <p:spPr>
                <a:xfrm>
                  <a:off x="6030889" y="22277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2" name="Rectangle 171">
                  <a:extLst>
                    <a:ext uri="{FF2B5EF4-FFF2-40B4-BE49-F238E27FC236}">
                      <a16:creationId xmlns:a16="http://schemas.microsoft.com/office/drawing/2014/main" id="{34BABCC8-A804-45D6-BBA6-174BE6293BD0}"/>
                    </a:ext>
                  </a:extLst>
                </p:cNvPr>
                <p:cNvSpPr/>
                <p:nvPr/>
              </p:nvSpPr>
              <p:spPr>
                <a:xfrm>
                  <a:off x="7845273" y="22315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3" name="Rectangle 172">
                  <a:extLst>
                    <a:ext uri="{FF2B5EF4-FFF2-40B4-BE49-F238E27FC236}">
                      <a16:creationId xmlns:a16="http://schemas.microsoft.com/office/drawing/2014/main" id="{F61139FD-575F-4DE5-BB98-4A056DBE6270}"/>
                    </a:ext>
                  </a:extLst>
                </p:cNvPr>
                <p:cNvSpPr/>
                <p:nvPr/>
              </p:nvSpPr>
              <p:spPr>
                <a:xfrm>
                  <a:off x="9659657" y="222774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3912169D-3335-4AC1-AB1A-0390F3B964EC}"/>
                  </a:ext>
                </a:extLst>
              </p:cNvPr>
              <p:cNvSpPr/>
              <p:nvPr/>
            </p:nvSpPr>
            <p:spPr>
              <a:xfrm>
                <a:off x="649614" y="-647228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02980093-10F1-439B-8C04-425CE0B10E76}"/>
                  </a:ext>
                </a:extLst>
              </p:cNvPr>
              <p:cNvSpPr/>
              <p:nvPr/>
            </p:nvSpPr>
            <p:spPr>
              <a:xfrm>
                <a:off x="2463998" y="-646848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7DD5A1CD-8B4C-4BED-8011-13FF6E497953}"/>
                  </a:ext>
                </a:extLst>
              </p:cNvPr>
              <p:cNvSpPr/>
              <p:nvPr/>
            </p:nvSpPr>
            <p:spPr>
              <a:xfrm>
                <a:off x="4278382" y="-647229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grpSp>
        <p:nvGrpSpPr>
          <p:cNvPr id="194" name="Groupe 193">
            <a:extLst>
              <a:ext uri="{FF2B5EF4-FFF2-40B4-BE49-F238E27FC236}">
                <a16:creationId xmlns:a16="http://schemas.microsoft.com/office/drawing/2014/main" id="{1631D108-0EC2-4E90-9B64-9319EA43D12E}"/>
              </a:ext>
            </a:extLst>
          </p:cNvPr>
          <p:cNvGrpSpPr/>
          <p:nvPr/>
        </p:nvGrpSpPr>
        <p:grpSpPr>
          <a:xfrm>
            <a:off x="12349938" y="-684083"/>
            <a:ext cx="18375575" cy="777401"/>
            <a:chOff x="-10053698" y="2951364"/>
            <a:chExt cx="18375575" cy="777401"/>
          </a:xfrm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grpSp>
          <p:nvGrpSpPr>
            <p:cNvPr id="195" name="Groupe 194">
              <a:extLst>
                <a:ext uri="{FF2B5EF4-FFF2-40B4-BE49-F238E27FC236}">
                  <a16:creationId xmlns:a16="http://schemas.microsoft.com/office/drawing/2014/main" id="{F1AD364E-2D58-4B7A-A12E-B861E26CCCAC}"/>
                </a:ext>
              </a:extLst>
            </p:cNvPr>
            <p:cNvGrpSpPr/>
            <p:nvPr/>
          </p:nvGrpSpPr>
          <p:grpSpPr>
            <a:xfrm rot="19478770">
              <a:off x="-8658569" y="3092040"/>
              <a:ext cx="16170061" cy="164697"/>
              <a:chOff x="-10360369" y="-647229"/>
              <a:chExt cx="16170061" cy="164697"/>
            </a:xfrm>
            <a:solidFill>
              <a:schemeClr val="accent2">
                <a:lumMod val="20000"/>
                <a:lumOff val="80000"/>
              </a:schemeClr>
            </a:solidFill>
          </p:grpSpPr>
          <p:grpSp>
            <p:nvGrpSpPr>
              <p:cNvPr id="218" name="Groupe 217">
                <a:extLst>
                  <a:ext uri="{FF2B5EF4-FFF2-40B4-BE49-F238E27FC236}">
                    <a16:creationId xmlns:a16="http://schemas.microsoft.com/office/drawing/2014/main" id="{CE5405BD-8359-40F0-BC9F-7D0E3A8486EC}"/>
                  </a:ext>
                </a:extLst>
              </p:cNvPr>
              <p:cNvGrpSpPr/>
              <p:nvPr/>
            </p:nvGrpSpPr>
            <p:grpSpPr>
              <a:xfrm>
                <a:off x="-10360369" y="-646598"/>
                <a:ext cx="10677150" cy="164066"/>
                <a:chOff x="513817" y="222774"/>
                <a:chExt cx="10677150" cy="164066"/>
              </a:xfrm>
              <a:grpFill/>
            </p:grpSpPr>
            <p:sp>
              <p:nvSpPr>
                <p:cNvPr id="222" name="Rectangle 221">
                  <a:extLst>
                    <a:ext uri="{FF2B5EF4-FFF2-40B4-BE49-F238E27FC236}">
                      <a16:creationId xmlns:a16="http://schemas.microsoft.com/office/drawing/2014/main" id="{A5748D01-A3A2-4F3F-BBC2-EB415F38BCCD}"/>
                    </a:ext>
                  </a:extLst>
                </p:cNvPr>
                <p:cNvSpPr/>
                <p:nvPr/>
              </p:nvSpPr>
              <p:spPr>
                <a:xfrm>
                  <a:off x="513817" y="223156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23" name="Rectangle 222">
                  <a:extLst>
                    <a:ext uri="{FF2B5EF4-FFF2-40B4-BE49-F238E27FC236}">
                      <a16:creationId xmlns:a16="http://schemas.microsoft.com/office/drawing/2014/main" id="{1E4C29B3-27DF-4D86-9614-44235C8610ED}"/>
                    </a:ext>
                  </a:extLst>
                </p:cNvPr>
                <p:cNvSpPr/>
                <p:nvPr/>
              </p:nvSpPr>
              <p:spPr>
                <a:xfrm>
                  <a:off x="2328201" y="223536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24" name="Rectangle 223">
                  <a:extLst>
                    <a:ext uri="{FF2B5EF4-FFF2-40B4-BE49-F238E27FC236}">
                      <a16:creationId xmlns:a16="http://schemas.microsoft.com/office/drawing/2014/main" id="{DB7D7DFD-3C9A-4D21-8753-F91849E1025B}"/>
                    </a:ext>
                  </a:extLst>
                </p:cNvPr>
                <p:cNvSpPr/>
                <p:nvPr/>
              </p:nvSpPr>
              <p:spPr>
                <a:xfrm>
                  <a:off x="4142585" y="22315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25" name="Rectangle 224">
                  <a:extLst>
                    <a:ext uri="{FF2B5EF4-FFF2-40B4-BE49-F238E27FC236}">
                      <a16:creationId xmlns:a16="http://schemas.microsoft.com/office/drawing/2014/main" id="{B9908305-B38B-475E-BF6E-99D933CD7358}"/>
                    </a:ext>
                  </a:extLst>
                </p:cNvPr>
                <p:cNvSpPr/>
                <p:nvPr/>
              </p:nvSpPr>
              <p:spPr>
                <a:xfrm>
                  <a:off x="6030889" y="22277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26" name="Rectangle 225">
                  <a:extLst>
                    <a:ext uri="{FF2B5EF4-FFF2-40B4-BE49-F238E27FC236}">
                      <a16:creationId xmlns:a16="http://schemas.microsoft.com/office/drawing/2014/main" id="{35BF2CDE-1175-4EB6-9A3C-57CC9FDCF227}"/>
                    </a:ext>
                  </a:extLst>
                </p:cNvPr>
                <p:cNvSpPr/>
                <p:nvPr/>
              </p:nvSpPr>
              <p:spPr>
                <a:xfrm>
                  <a:off x="7845273" y="22315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27" name="Rectangle 226">
                  <a:extLst>
                    <a:ext uri="{FF2B5EF4-FFF2-40B4-BE49-F238E27FC236}">
                      <a16:creationId xmlns:a16="http://schemas.microsoft.com/office/drawing/2014/main" id="{5734234A-979F-4800-A028-4C1DC368925C}"/>
                    </a:ext>
                  </a:extLst>
                </p:cNvPr>
                <p:cNvSpPr/>
                <p:nvPr/>
              </p:nvSpPr>
              <p:spPr>
                <a:xfrm>
                  <a:off x="9659657" y="222774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C2594812-F384-419F-BF9A-EFF9F86B1B9A}"/>
                  </a:ext>
                </a:extLst>
              </p:cNvPr>
              <p:cNvSpPr/>
              <p:nvPr/>
            </p:nvSpPr>
            <p:spPr>
              <a:xfrm>
                <a:off x="649614" y="-647228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B930C9AD-3E9C-48CB-BD97-B408968E67F8}"/>
                  </a:ext>
                </a:extLst>
              </p:cNvPr>
              <p:cNvSpPr/>
              <p:nvPr/>
            </p:nvSpPr>
            <p:spPr>
              <a:xfrm>
                <a:off x="2463998" y="-646848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65749C32-0DD4-4791-B2F2-332AA4B2DCAE}"/>
                  </a:ext>
                </a:extLst>
              </p:cNvPr>
              <p:cNvSpPr/>
              <p:nvPr/>
            </p:nvSpPr>
            <p:spPr>
              <a:xfrm>
                <a:off x="4278382" y="-647229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96" name="Groupe 195">
              <a:extLst>
                <a:ext uri="{FF2B5EF4-FFF2-40B4-BE49-F238E27FC236}">
                  <a16:creationId xmlns:a16="http://schemas.microsoft.com/office/drawing/2014/main" id="{2298EF18-BB65-4B86-BCA9-79D5E1A06DEA}"/>
                </a:ext>
              </a:extLst>
            </p:cNvPr>
            <p:cNvGrpSpPr/>
            <p:nvPr/>
          </p:nvGrpSpPr>
          <p:grpSpPr>
            <a:xfrm rot="19478770">
              <a:off x="-7848184" y="2951364"/>
              <a:ext cx="16170061" cy="164697"/>
              <a:chOff x="-10360369" y="-647229"/>
              <a:chExt cx="16170061" cy="164697"/>
            </a:xfrm>
            <a:solidFill>
              <a:schemeClr val="accent2">
                <a:lumMod val="20000"/>
                <a:lumOff val="80000"/>
              </a:schemeClr>
            </a:solidFill>
          </p:grpSpPr>
          <p:grpSp>
            <p:nvGrpSpPr>
              <p:cNvPr id="208" name="Groupe 207">
                <a:extLst>
                  <a:ext uri="{FF2B5EF4-FFF2-40B4-BE49-F238E27FC236}">
                    <a16:creationId xmlns:a16="http://schemas.microsoft.com/office/drawing/2014/main" id="{9D682ADE-C1A8-481D-A2A6-76B8A586EDE6}"/>
                  </a:ext>
                </a:extLst>
              </p:cNvPr>
              <p:cNvGrpSpPr/>
              <p:nvPr/>
            </p:nvGrpSpPr>
            <p:grpSpPr>
              <a:xfrm>
                <a:off x="-10360369" y="-646598"/>
                <a:ext cx="10677150" cy="164066"/>
                <a:chOff x="513817" y="222774"/>
                <a:chExt cx="10677150" cy="164066"/>
              </a:xfrm>
              <a:grpFill/>
            </p:grpSpPr>
            <p:sp>
              <p:nvSpPr>
                <p:cNvPr id="212" name="Rectangle 211">
                  <a:extLst>
                    <a:ext uri="{FF2B5EF4-FFF2-40B4-BE49-F238E27FC236}">
                      <a16:creationId xmlns:a16="http://schemas.microsoft.com/office/drawing/2014/main" id="{CBAC3647-7CF8-4391-A531-D1C6B5A8E478}"/>
                    </a:ext>
                  </a:extLst>
                </p:cNvPr>
                <p:cNvSpPr/>
                <p:nvPr/>
              </p:nvSpPr>
              <p:spPr>
                <a:xfrm>
                  <a:off x="513817" y="223156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13" name="Rectangle 212">
                  <a:extLst>
                    <a:ext uri="{FF2B5EF4-FFF2-40B4-BE49-F238E27FC236}">
                      <a16:creationId xmlns:a16="http://schemas.microsoft.com/office/drawing/2014/main" id="{F4B79491-6A2F-4D78-A8AA-79F7D6D866A0}"/>
                    </a:ext>
                  </a:extLst>
                </p:cNvPr>
                <p:cNvSpPr/>
                <p:nvPr/>
              </p:nvSpPr>
              <p:spPr>
                <a:xfrm>
                  <a:off x="2328201" y="223536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14" name="Rectangle 213">
                  <a:extLst>
                    <a:ext uri="{FF2B5EF4-FFF2-40B4-BE49-F238E27FC236}">
                      <a16:creationId xmlns:a16="http://schemas.microsoft.com/office/drawing/2014/main" id="{6DE0C62B-761F-4A8E-8BE6-C0966D001215}"/>
                    </a:ext>
                  </a:extLst>
                </p:cNvPr>
                <p:cNvSpPr/>
                <p:nvPr/>
              </p:nvSpPr>
              <p:spPr>
                <a:xfrm>
                  <a:off x="4142585" y="22315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15" name="Rectangle 214">
                  <a:extLst>
                    <a:ext uri="{FF2B5EF4-FFF2-40B4-BE49-F238E27FC236}">
                      <a16:creationId xmlns:a16="http://schemas.microsoft.com/office/drawing/2014/main" id="{8BF23CAC-9A5C-454B-B9ED-C05A60AA7531}"/>
                    </a:ext>
                  </a:extLst>
                </p:cNvPr>
                <p:cNvSpPr/>
                <p:nvPr/>
              </p:nvSpPr>
              <p:spPr>
                <a:xfrm>
                  <a:off x="6030889" y="22277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16" name="Rectangle 215">
                  <a:extLst>
                    <a:ext uri="{FF2B5EF4-FFF2-40B4-BE49-F238E27FC236}">
                      <a16:creationId xmlns:a16="http://schemas.microsoft.com/office/drawing/2014/main" id="{CC353EAA-0149-4FEF-8B8B-D7D72B0FC461}"/>
                    </a:ext>
                  </a:extLst>
                </p:cNvPr>
                <p:cNvSpPr/>
                <p:nvPr/>
              </p:nvSpPr>
              <p:spPr>
                <a:xfrm>
                  <a:off x="7845273" y="22315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17" name="Rectangle 216">
                  <a:extLst>
                    <a:ext uri="{FF2B5EF4-FFF2-40B4-BE49-F238E27FC236}">
                      <a16:creationId xmlns:a16="http://schemas.microsoft.com/office/drawing/2014/main" id="{6D492DAC-3CD5-4430-921D-8D95C595415E}"/>
                    </a:ext>
                  </a:extLst>
                </p:cNvPr>
                <p:cNvSpPr/>
                <p:nvPr/>
              </p:nvSpPr>
              <p:spPr>
                <a:xfrm>
                  <a:off x="9659657" y="222774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32ADC2F9-90BE-489C-BF2F-755029E82657}"/>
                  </a:ext>
                </a:extLst>
              </p:cNvPr>
              <p:cNvSpPr/>
              <p:nvPr/>
            </p:nvSpPr>
            <p:spPr>
              <a:xfrm>
                <a:off x="649614" y="-647228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DB0DE23E-37C3-4BF0-9657-21BDE016C6F7}"/>
                  </a:ext>
                </a:extLst>
              </p:cNvPr>
              <p:cNvSpPr/>
              <p:nvPr/>
            </p:nvSpPr>
            <p:spPr>
              <a:xfrm>
                <a:off x="2463998" y="-646848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219C515E-7694-4B54-A9AE-2E255B797019}"/>
                  </a:ext>
                </a:extLst>
              </p:cNvPr>
              <p:cNvSpPr/>
              <p:nvPr/>
            </p:nvSpPr>
            <p:spPr>
              <a:xfrm>
                <a:off x="4278382" y="-647229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97" name="Groupe 196">
              <a:extLst>
                <a:ext uri="{FF2B5EF4-FFF2-40B4-BE49-F238E27FC236}">
                  <a16:creationId xmlns:a16="http://schemas.microsoft.com/office/drawing/2014/main" id="{D2ED0AAD-BCEA-4790-AC38-B81756C2A917}"/>
                </a:ext>
              </a:extLst>
            </p:cNvPr>
            <p:cNvGrpSpPr/>
            <p:nvPr/>
          </p:nvGrpSpPr>
          <p:grpSpPr>
            <a:xfrm rot="19478770">
              <a:off x="-10053698" y="3564068"/>
              <a:ext cx="16170061" cy="164697"/>
              <a:chOff x="-10360369" y="-647229"/>
              <a:chExt cx="16170061" cy="164697"/>
            </a:xfrm>
            <a:solidFill>
              <a:schemeClr val="accent2">
                <a:lumMod val="20000"/>
                <a:lumOff val="80000"/>
              </a:schemeClr>
            </a:solidFill>
          </p:grpSpPr>
          <p:grpSp>
            <p:nvGrpSpPr>
              <p:cNvPr id="198" name="Groupe 197">
                <a:extLst>
                  <a:ext uri="{FF2B5EF4-FFF2-40B4-BE49-F238E27FC236}">
                    <a16:creationId xmlns:a16="http://schemas.microsoft.com/office/drawing/2014/main" id="{76EDCBEF-1299-4421-B21F-E23221E2A2A6}"/>
                  </a:ext>
                </a:extLst>
              </p:cNvPr>
              <p:cNvGrpSpPr/>
              <p:nvPr/>
            </p:nvGrpSpPr>
            <p:grpSpPr>
              <a:xfrm>
                <a:off x="-10360369" y="-646598"/>
                <a:ext cx="10677150" cy="164066"/>
                <a:chOff x="513817" y="222774"/>
                <a:chExt cx="10677150" cy="164066"/>
              </a:xfrm>
              <a:grpFill/>
            </p:grpSpPr>
            <p:sp>
              <p:nvSpPr>
                <p:cNvPr id="202" name="Rectangle 201">
                  <a:extLst>
                    <a:ext uri="{FF2B5EF4-FFF2-40B4-BE49-F238E27FC236}">
                      <a16:creationId xmlns:a16="http://schemas.microsoft.com/office/drawing/2014/main" id="{92272C0B-F782-4273-8DD3-BB418F29ED9D}"/>
                    </a:ext>
                  </a:extLst>
                </p:cNvPr>
                <p:cNvSpPr/>
                <p:nvPr/>
              </p:nvSpPr>
              <p:spPr>
                <a:xfrm>
                  <a:off x="513817" y="223156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03" name="Rectangle 202">
                  <a:extLst>
                    <a:ext uri="{FF2B5EF4-FFF2-40B4-BE49-F238E27FC236}">
                      <a16:creationId xmlns:a16="http://schemas.microsoft.com/office/drawing/2014/main" id="{7AA705CB-896F-496A-8B5C-48ADA397DC2E}"/>
                    </a:ext>
                  </a:extLst>
                </p:cNvPr>
                <p:cNvSpPr/>
                <p:nvPr/>
              </p:nvSpPr>
              <p:spPr>
                <a:xfrm>
                  <a:off x="2328201" y="223536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04" name="Rectangle 203">
                  <a:extLst>
                    <a:ext uri="{FF2B5EF4-FFF2-40B4-BE49-F238E27FC236}">
                      <a16:creationId xmlns:a16="http://schemas.microsoft.com/office/drawing/2014/main" id="{29F75C40-EE8C-4128-9C68-2E211A587156}"/>
                    </a:ext>
                  </a:extLst>
                </p:cNvPr>
                <p:cNvSpPr/>
                <p:nvPr/>
              </p:nvSpPr>
              <p:spPr>
                <a:xfrm>
                  <a:off x="4142585" y="22315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05" name="Rectangle 204">
                  <a:extLst>
                    <a:ext uri="{FF2B5EF4-FFF2-40B4-BE49-F238E27FC236}">
                      <a16:creationId xmlns:a16="http://schemas.microsoft.com/office/drawing/2014/main" id="{8DC513E5-251B-482F-BB9B-1AC83D645D1A}"/>
                    </a:ext>
                  </a:extLst>
                </p:cNvPr>
                <p:cNvSpPr/>
                <p:nvPr/>
              </p:nvSpPr>
              <p:spPr>
                <a:xfrm>
                  <a:off x="6030889" y="22277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06" name="Rectangle 205">
                  <a:extLst>
                    <a:ext uri="{FF2B5EF4-FFF2-40B4-BE49-F238E27FC236}">
                      <a16:creationId xmlns:a16="http://schemas.microsoft.com/office/drawing/2014/main" id="{01CF4E7C-5208-4A11-85F5-A5F730269146}"/>
                    </a:ext>
                  </a:extLst>
                </p:cNvPr>
                <p:cNvSpPr/>
                <p:nvPr/>
              </p:nvSpPr>
              <p:spPr>
                <a:xfrm>
                  <a:off x="7845273" y="22315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07" name="Rectangle 206">
                  <a:extLst>
                    <a:ext uri="{FF2B5EF4-FFF2-40B4-BE49-F238E27FC236}">
                      <a16:creationId xmlns:a16="http://schemas.microsoft.com/office/drawing/2014/main" id="{CBF17FBA-A0C9-45B2-8E65-27B395BBC8FB}"/>
                    </a:ext>
                  </a:extLst>
                </p:cNvPr>
                <p:cNvSpPr/>
                <p:nvPr/>
              </p:nvSpPr>
              <p:spPr>
                <a:xfrm>
                  <a:off x="9659657" y="222774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ACA505E2-A389-463B-A1CC-F55A1399D782}"/>
                  </a:ext>
                </a:extLst>
              </p:cNvPr>
              <p:cNvSpPr/>
              <p:nvPr/>
            </p:nvSpPr>
            <p:spPr>
              <a:xfrm>
                <a:off x="649614" y="-647228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3EB2CCFD-3E38-4777-A198-6C658A268819}"/>
                  </a:ext>
                </a:extLst>
              </p:cNvPr>
              <p:cNvSpPr/>
              <p:nvPr/>
            </p:nvSpPr>
            <p:spPr>
              <a:xfrm>
                <a:off x="2463998" y="-646848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FA730723-3552-462B-BFA0-4413A38C6AC5}"/>
                  </a:ext>
                </a:extLst>
              </p:cNvPr>
              <p:cNvSpPr/>
              <p:nvPr/>
            </p:nvSpPr>
            <p:spPr>
              <a:xfrm>
                <a:off x="4278382" y="-647229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24893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022E-16 -4.07407E-6 L 1.71628 -2.02638 " pathEditMode="relative" rAng="0" ptsTypes="AA">
                                      <p:cBhvr>
                                        <p:cTn id="40" dur="25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807" y="-101319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1.85185E-6 L -1.78073 2.24977 " pathEditMode="relative" rAng="0" ptsTypes="AA">
                                      <p:cBhvr>
                                        <p:cTn id="42" dur="2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036" y="112477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022E-16 -4.07407E-6 L 1.71628 -2.02638 " pathEditMode="relative" rAng="0" ptsTypes="AA">
                                      <p:cBhvr>
                                        <p:cTn id="44" dur="25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807" y="-10131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4.44444E-6 L -1.78073 2.24977 " pathEditMode="relative" rAng="0" ptsTypes="AA">
                                      <p:cBhvr>
                                        <p:cTn id="46" dur="25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036" y="112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>
            <a:extLst>
              <a:ext uri="{FF2B5EF4-FFF2-40B4-BE49-F238E27FC236}">
                <a16:creationId xmlns:a16="http://schemas.microsoft.com/office/drawing/2014/main" id="{FB552310-37A9-4D71-AADD-18C4804BC448}"/>
              </a:ext>
            </a:extLst>
          </p:cNvPr>
          <p:cNvGrpSpPr/>
          <p:nvPr/>
        </p:nvGrpSpPr>
        <p:grpSpPr>
          <a:xfrm>
            <a:off x="-9535553" y="476396"/>
            <a:ext cx="8620255" cy="342229"/>
            <a:chOff x="-2921000" y="1480151"/>
            <a:chExt cx="8620255" cy="342229"/>
          </a:xfrm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</p:grpSpPr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B1733D8D-74A3-4946-A54A-2C595B257BD1}"/>
                </a:ext>
              </a:extLst>
            </p:cNvPr>
            <p:cNvCxnSpPr>
              <a:cxnSpLocks/>
            </p:cNvCxnSpPr>
            <p:nvPr/>
          </p:nvCxnSpPr>
          <p:spPr>
            <a:xfrm>
              <a:off x="-2921000" y="1662493"/>
              <a:ext cx="6080846" cy="0"/>
            </a:xfrm>
            <a:prstGeom prst="line">
              <a:avLst/>
            </a:prstGeom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" name="Groupe 1">
              <a:extLst>
                <a:ext uri="{FF2B5EF4-FFF2-40B4-BE49-F238E27FC236}">
                  <a16:creationId xmlns:a16="http://schemas.microsoft.com/office/drawing/2014/main" id="{27353473-22B6-439F-BAF7-B7F9ADA9AAE6}"/>
                </a:ext>
              </a:extLst>
            </p:cNvPr>
            <p:cNvGrpSpPr/>
            <p:nvPr/>
          </p:nvGrpSpPr>
          <p:grpSpPr>
            <a:xfrm>
              <a:off x="2463490" y="1480151"/>
              <a:ext cx="3235765" cy="342229"/>
              <a:chOff x="4478118" y="411648"/>
              <a:chExt cx="3235765" cy="342229"/>
            </a:xfrm>
          </p:grpSpPr>
          <p:sp>
            <p:nvSpPr>
              <p:cNvPr id="3" name="Rectangle : coins arrondis 2">
                <a:extLst>
                  <a:ext uri="{FF2B5EF4-FFF2-40B4-BE49-F238E27FC236}">
                    <a16:creationId xmlns:a16="http://schemas.microsoft.com/office/drawing/2014/main" id="{34141279-B5A8-491C-ADC2-AF37389942BC}"/>
                  </a:ext>
                </a:extLst>
              </p:cNvPr>
              <p:cNvSpPr/>
              <p:nvPr/>
            </p:nvSpPr>
            <p:spPr>
              <a:xfrm>
                <a:off x="5545394" y="411648"/>
                <a:ext cx="1175514" cy="288878"/>
              </a:xfrm>
              <a:prstGeom prst="roundRect">
                <a:avLst/>
              </a:prstGeom>
              <a:solidFill>
                <a:srgbClr val="E06E00"/>
              </a:solidFill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8A868046-9DE9-4FB9-A9CB-F52250606CD9}"/>
                  </a:ext>
                </a:extLst>
              </p:cNvPr>
              <p:cNvSpPr/>
              <p:nvPr/>
            </p:nvSpPr>
            <p:spPr>
              <a:xfrm>
                <a:off x="4607680" y="443767"/>
                <a:ext cx="3064848" cy="30044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C884EC48-B0B4-4838-87C9-789DB399D0CA}"/>
                  </a:ext>
                </a:extLst>
              </p:cNvPr>
              <p:cNvSpPr txBox="1"/>
              <p:nvPr/>
            </p:nvSpPr>
            <p:spPr>
              <a:xfrm>
                <a:off x="4478118" y="446100"/>
                <a:ext cx="3235765" cy="30777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p3d prstMaterial="metal">
                <a:bevelT w="38100" h="57150" prst="angle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DÉMONSTRATION LIVE</a:t>
                </a:r>
              </a:p>
            </p:txBody>
          </p:sp>
        </p:grp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0897865B-450B-4960-B76D-D7D31F0EA74D}"/>
              </a:ext>
            </a:extLst>
          </p:cNvPr>
          <p:cNvGrpSpPr/>
          <p:nvPr/>
        </p:nvGrpSpPr>
        <p:grpSpPr>
          <a:xfrm>
            <a:off x="5259312" y="1887418"/>
            <a:ext cx="1600352" cy="1479706"/>
            <a:chOff x="3388659" y="1277472"/>
            <a:chExt cx="1853382" cy="1756242"/>
          </a:xfrm>
          <a:effectLst/>
        </p:grpSpPr>
        <p:pic>
          <p:nvPicPr>
            <p:cNvPr id="13" name="Image 12">
              <a:hlinkClick r:id="rId2"/>
              <a:extLst>
                <a:ext uri="{FF2B5EF4-FFF2-40B4-BE49-F238E27FC236}">
                  <a16:creationId xmlns:a16="http://schemas.microsoft.com/office/drawing/2014/main" id="{F2A0D835-8541-429E-BC04-9FEBB655F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0053" y="1653988"/>
              <a:ext cx="1087259" cy="1035423"/>
            </a:xfrm>
            <a:prstGeom prst="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</p:pic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11DC61E6-0115-4748-8FFD-D169F7AD17C2}"/>
                </a:ext>
              </a:extLst>
            </p:cNvPr>
            <p:cNvSpPr/>
            <p:nvPr/>
          </p:nvSpPr>
          <p:spPr>
            <a:xfrm>
              <a:off x="3388659" y="1277472"/>
              <a:ext cx="1853382" cy="1756242"/>
            </a:xfrm>
            <a:prstGeom prst="ellipse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24" name="Groupe 123">
            <a:extLst>
              <a:ext uri="{FF2B5EF4-FFF2-40B4-BE49-F238E27FC236}">
                <a16:creationId xmlns:a16="http://schemas.microsoft.com/office/drawing/2014/main" id="{0A01D76E-05F7-44F7-82DA-A2F2BE8CDA7B}"/>
              </a:ext>
            </a:extLst>
          </p:cNvPr>
          <p:cNvGrpSpPr/>
          <p:nvPr/>
        </p:nvGrpSpPr>
        <p:grpSpPr>
          <a:xfrm>
            <a:off x="5458851" y="1038375"/>
            <a:ext cx="1274299" cy="707936"/>
            <a:chOff x="5458851" y="1038375"/>
            <a:chExt cx="1274299" cy="707936"/>
          </a:xfrm>
        </p:grpSpPr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04DED0DD-49B7-4926-BB48-5E0E10CD47D0}"/>
                </a:ext>
              </a:extLst>
            </p:cNvPr>
            <p:cNvGrpSpPr/>
            <p:nvPr/>
          </p:nvGrpSpPr>
          <p:grpSpPr>
            <a:xfrm>
              <a:off x="5458851" y="1038375"/>
              <a:ext cx="1274299" cy="307777"/>
              <a:chOff x="4620136" y="997605"/>
              <a:chExt cx="1274299" cy="307777"/>
            </a:xfrm>
          </p:grpSpPr>
          <p:pic>
            <p:nvPicPr>
              <p:cNvPr id="16" name="Image 15">
                <a:extLst>
                  <a:ext uri="{FF2B5EF4-FFF2-40B4-BE49-F238E27FC236}">
                    <a16:creationId xmlns:a16="http://schemas.microsoft.com/office/drawing/2014/main" id="{44D92929-CCC3-4BAD-8039-C5FBDA9DD0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20136" y="1060671"/>
                <a:ext cx="181647" cy="181647"/>
              </a:xfrm>
              <a:prstGeom prst="rect">
                <a:avLst/>
              </a:prstGeom>
            </p:spPr>
          </p:pic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259A3EBC-8F75-49FC-93B4-C0F377F003F7}"/>
                  </a:ext>
                </a:extLst>
              </p:cNvPr>
              <p:cNvSpPr txBox="1"/>
              <p:nvPr/>
            </p:nvSpPr>
            <p:spPr>
              <a:xfrm>
                <a:off x="4801783" y="997605"/>
                <a:ext cx="109265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Lien du site</a:t>
                </a:r>
              </a:p>
            </p:txBody>
          </p:sp>
        </p:grpSp>
        <p:cxnSp>
          <p:nvCxnSpPr>
            <p:cNvPr id="20" name="Connecteur droit avec flèche 19">
              <a:extLst>
                <a:ext uri="{FF2B5EF4-FFF2-40B4-BE49-F238E27FC236}">
                  <a16:creationId xmlns:a16="http://schemas.microsoft.com/office/drawing/2014/main" id="{EF8334F6-408B-40C0-A834-09885E175C94}"/>
                </a:ext>
              </a:extLst>
            </p:cNvPr>
            <p:cNvCxnSpPr/>
            <p:nvPr/>
          </p:nvCxnSpPr>
          <p:spPr>
            <a:xfrm>
              <a:off x="6059488" y="1404405"/>
              <a:ext cx="0" cy="34190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95" name="Groupe 94">
            <a:extLst>
              <a:ext uri="{FF2B5EF4-FFF2-40B4-BE49-F238E27FC236}">
                <a16:creationId xmlns:a16="http://schemas.microsoft.com/office/drawing/2014/main" id="{D3765346-C456-4B2E-86BE-0532F0D687A2}"/>
              </a:ext>
            </a:extLst>
          </p:cNvPr>
          <p:cNvGrpSpPr/>
          <p:nvPr/>
        </p:nvGrpSpPr>
        <p:grpSpPr>
          <a:xfrm>
            <a:off x="14824593" y="5960695"/>
            <a:ext cx="4632477" cy="358878"/>
            <a:chOff x="6506477" y="6153895"/>
            <a:chExt cx="4264645" cy="358878"/>
          </a:xfrm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</p:grpSpPr>
        <p:sp>
          <p:nvSpPr>
            <p:cNvPr id="89" name="Forme libre : forme 88">
              <a:extLst>
                <a:ext uri="{FF2B5EF4-FFF2-40B4-BE49-F238E27FC236}">
                  <a16:creationId xmlns:a16="http://schemas.microsoft.com/office/drawing/2014/main" id="{F7A06574-D8DA-465E-BFF5-AF36443ED250}"/>
                </a:ext>
              </a:extLst>
            </p:cNvPr>
            <p:cNvSpPr/>
            <p:nvPr/>
          </p:nvSpPr>
          <p:spPr>
            <a:xfrm>
              <a:off x="6523219" y="6153895"/>
              <a:ext cx="4143234" cy="358878"/>
            </a:xfrm>
            <a:custGeom>
              <a:avLst/>
              <a:gdLst>
                <a:gd name="connsiteX0" fmla="*/ 0 w 4619822"/>
                <a:gd name="connsiteY0" fmla="*/ 0 h 358878"/>
                <a:gd name="connsiteX1" fmla="*/ 4190009 w 4619822"/>
                <a:gd name="connsiteY1" fmla="*/ 0 h 358878"/>
                <a:gd name="connsiteX2" fmla="*/ 4619822 w 4619822"/>
                <a:gd name="connsiteY2" fmla="*/ 356707 h 358878"/>
                <a:gd name="connsiteX3" fmla="*/ 4609068 w 4619822"/>
                <a:gd name="connsiteY3" fmla="*/ 358878 h 358878"/>
                <a:gd name="connsiteX4" fmla="*/ 432430 w 4619822"/>
                <a:gd name="connsiteY4" fmla="*/ 358878 h 358878"/>
                <a:gd name="connsiteX5" fmla="*/ 0 w 4619822"/>
                <a:gd name="connsiteY5" fmla="*/ 0 h 358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19822" h="358878">
                  <a:moveTo>
                    <a:pt x="0" y="0"/>
                  </a:moveTo>
                  <a:lnTo>
                    <a:pt x="4190009" y="0"/>
                  </a:lnTo>
                  <a:lnTo>
                    <a:pt x="4619822" y="356707"/>
                  </a:lnTo>
                  <a:lnTo>
                    <a:pt x="4609068" y="358878"/>
                  </a:lnTo>
                  <a:lnTo>
                    <a:pt x="432430" y="3588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67" name="ZoneTexte 66">
              <a:extLst>
                <a:ext uri="{FF2B5EF4-FFF2-40B4-BE49-F238E27FC236}">
                  <a16:creationId xmlns:a16="http://schemas.microsoft.com/office/drawing/2014/main" id="{121B1593-7F7F-49AB-8FDF-21587DD77383}"/>
                </a:ext>
              </a:extLst>
            </p:cNvPr>
            <p:cNvSpPr txBox="1"/>
            <p:nvPr/>
          </p:nvSpPr>
          <p:spPr>
            <a:xfrm>
              <a:off x="6506477" y="6153895"/>
              <a:ext cx="4264645" cy="307777"/>
            </a:xfrm>
            <a:prstGeom prst="rect">
              <a:avLst/>
            </a:prstGeom>
            <a:noFill/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 pages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entierement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fonctionnelles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6" name="Groupe 95">
            <a:extLst>
              <a:ext uri="{FF2B5EF4-FFF2-40B4-BE49-F238E27FC236}">
                <a16:creationId xmlns:a16="http://schemas.microsoft.com/office/drawing/2014/main" id="{41A741C7-8282-4E56-B24B-510B321EB2CE}"/>
              </a:ext>
            </a:extLst>
          </p:cNvPr>
          <p:cNvGrpSpPr/>
          <p:nvPr/>
        </p:nvGrpSpPr>
        <p:grpSpPr>
          <a:xfrm>
            <a:off x="14377605" y="5535474"/>
            <a:ext cx="4435468" cy="358878"/>
            <a:chOff x="5834785" y="5607918"/>
            <a:chExt cx="4435468" cy="358878"/>
          </a:xfrm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</p:grpSpPr>
        <p:sp>
          <p:nvSpPr>
            <p:cNvPr id="94" name="Forme libre : forme 93">
              <a:extLst>
                <a:ext uri="{FF2B5EF4-FFF2-40B4-BE49-F238E27FC236}">
                  <a16:creationId xmlns:a16="http://schemas.microsoft.com/office/drawing/2014/main" id="{DA6252FF-660C-400D-AAF2-74C492BAAF4A}"/>
                </a:ext>
              </a:extLst>
            </p:cNvPr>
            <p:cNvSpPr/>
            <p:nvPr/>
          </p:nvSpPr>
          <p:spPr>
            <a:xfrm>
              <a:off x="5834785" y="5607918"/>
              <a:ext cx="4435468" cy="358878"/>
            </a:xfrm>
            <a:custGeom>
              <a:avLst/>
              <a:gdLst>
                <a:gd name="connsiteX0" fmla="*/ 0 w 4619822"/>
                <a:gd name="connsiteY0" fmla="*/ 0 h 358878"/>
                <a:gd name="connsiteX1" fmla="*/ 4190009 w 4619822"/>
                <a:gd name="connsiteY1" fmla="*/ 0 h 358878"/>
                <a:gd name="connsiteX2" fmla="*/ 4619822 w 4619822"/>
                <a:gd name="connsiteY2" fmla="*/ 356707 h 358878"/>
                <a:gd name="connsiteX3" fmla="*/ 4609068 w 4619822"/>
                <a:gd name="connsiteY3" fmla="*/ 358878 h 358878"/>
                <a:gd name="connsiteX4" fmla="*/ 432430 w 4619822"/>
                <a:gd name="connsiteY4" fmla="*/ 358878 h 358878"/>
                <a:gd name="connsiteX5" fmla="*/ 0 w 4619822"/>
                <a:gd name="connsiteY5" fmla="*/ 0 h 358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19822" h="358878">
                  <a:moveTo>
                    <a:pt x="0" y="0"/>
                  </a:moveTo>
                  <a:lnTo>
                    <a:pt x="4190009" y="0"/>
                  </a:lnTo>
                  <a:lnTo>
                    <a:pt x="4619822" y="356707"/>
                  </a:lnTo>
                  <a:lnTo>
                    <a:pt x="4609068" y="358878"/>
                  </a:lnTo>
                  <a:lnTo>
                    <a:pt x="432430" y="3588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74" name="ZoneTexte 73">
              <a:extLst>
                <a:ext uri="{FF2B5EF4-FFF2-40B4-BE49-F238E27FC236}">
                  <a16:creationId xmlns:a16="http://schemas.microsoft.com/office/drawing/2014/main" id="{4E28E4E1-803A-474B-BE3C-3F79EE5861DC}"/>
                </a:ext>
              </a:extLst>
            </p:cNvPr>
            <p:cNvSpPr txBox="1"/>
            <p:nvPr/>
          </p:nvSpPr>
          <p:spPr>
            <a:xfrm>
              <a:off x="6186472" y="5633468"/>
              <a:ext cx="3872712" cy="307777"/>
            </a:xfrm>
            <a:prstGeom prst="rect">
              <a:avLst/>
            </a:prstGeom>
            <a:noFill/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Design responsive sur (mobile/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tablette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/desktop)</a:t>
              </a:r>
            </a:p>
          </p:txBody>
        </p:sp>
      </p:grpSp>
      <p:grpSp>
        <p:nvGrpSpPr>
          <p:cNvPr id="100" name="Groupe 99">
            <a:extLst>
              <a:ext uri="{FF2B5EF4-FFF2-40B4-BE49-F238E27FC236}">
                <a16:creationId xmlns:a16="http://schemas.microsoft.com/office/drawing/2014/main" id="{7AE2304F-0D22-47CA-A36C-A3FEF7EBFDD0}"/>
              </a:ext>
            </a:extLst>
          </p:cNvPr>
          <p:cNvGrpSpPr/>
          <p:nvPr/>
        </p:nvGrpSpPr>
        <p:grpSpPr>
          <a:xfrm>
            <a:off x="13838115" y="5074951"/>
            <a:ext cx="4435468" cy="358878"/>
            <a:chOff x="5382347" y="5179663"/>
            <a:chExt cx="4435468" cy="358878"/>
          </a:xfrm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</p:grpSpPr>
        <p:sp>
          <p:nvSpPr>
            <p:cNvPr id="98" name="Forme libre : forme 97">
              <a:extLst>
                <a:ext uri="{FF2B5EF4-FFF2-40B4-BE49-F238E27FC236}">
                  <a16:creationId xmlns:a16="http://schemas.microsoft.com/office/drawing/2014/main" id="{7B4CB448-9915-48B3-91EE-4A1C7D6237C5}"/>
                </a:ext>
              </a:extLst>
            </p:cNvPr>
            <p:cNvSpPr/>
            <p:nvPr/>
          </p:nvSpPr>
          <p:spPr>
            <a:xfrm>
              <a:off x="5382347" y="5179663"/>
              <a:ext cx="4435468" cy="358878"/>
            </a:xfrm>
            <a:custGeom>
              <a:avLst/>
              <a:gdLst>
                <a:gd name="connsiteX0" fmla="*/ 0 w 4619822"/>
                <a:gd name="connsiteY0" fmla="*/ 0 h 358878"/>
                <a:gd name="connsiteX1" fmla="*/ 4190009 w 4619822"/>
                <a:gd name="connsiteY1" fmla="*/ 0 h 358878"/>
                <a:gd name="connsiteX2" fmla="*/ 4619822 w 4619822"/>
                <a:gd name="connsiteY2" fmla="*/ 356707 h 358878"/>
                <a:gd name="connsiteX3" fmla="*/ 4609068 w 4619822"/>
                <a:gd name="connsiteY3" fmla="*/ 358878 h 358878"/>
                <a:gd name="connsiteX4" fmla="*/ 432430 w 4619822"/>
                <a:gd name="connsiteY4" fmla="*/ 358878 h 358878"/>
                <a:gd name="connsiteX5" fmla="*/ 0 w 4619822"/>
                <a:gd name="connsiteY5" fmla="*/ 0 h 358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19822" h="358878">
                  <a:moveTo>
                    <a:pt x="0" y="0"/>
                  </a:moveTo>
                  <a:lnTo>
                    <a:pt x="4190009" y="0"/>
                  </a:lnTo>
                  <a:lnTo>
                    <a:pt x="4619822" y="356707"/>
                  </a:lnTo>
                  <a:lnTo>
                    <a:pt x="4609068" y="358878"/>
                  </a:lnTo>
                  <a:lnTo>
                    <a:pt x="432430" y="3588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77" name="ZoneTexte 76">
              <a:extLst>
                <a:ext uri="{FF2B5EF4-FFF2-40B4-BE49-F238E27FC236}">
                  <a16:creationId xmlns:a16="http://schemas.microsoft.com/office/drawing/2014/main" id="{D39EDD47-BFEE-4432-95BD-66430F6EBFA6}"/>
                </a:ext>
              </a:extLst>
            </p:cNvPr>
            <p:cNvSpPr txBox="1"/>
            <p:nvPr/>
          </p:nvSpPr>
          <p:spPr>
            <a:xfrm>
              <a:off x="5931969" y="5179663"/>
              <a:ext cx="3336224" cy="307777"/>
            </a:xfrm>
            <a:prstGeom prst="rect">
              <a:avLst/>
            </a:prstGeom>
            <a:noFill/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Dark mode activable et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persistant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A739E1F6-328E-4825-A1CB-0FF4467996C1}"/>
              </a:ext>
            </a:extLst>
          </p:cNvPr>
          <p:cNvGrpSpPr/>
          <p:nvPr/>
        </p:nvGrpSpPr>
        <p:grpSpPr>
          <a:xfrm>
            <a:off x="13344577" y="4630832"/>
            <a:ext cx="4435468" cy="358878"/>
            <a:chOff x="4937972" y="4735544"/>
            <a:chExt cx="4435468" cy="358878"/>
          </a:xfrm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</p:grpSpPr>
        <p:sp>
          <p:nvSpPr>
            <p:cNvPr id="102" name="Forme libre : forme 101">
              <a:extLst>
                <a:ext uri="{FF2B5EF4-FFF2-40B4-BE49-F238E27FC236}">
                  <a16:creationId xmlns:a16="http://schemas.microsoft.com/office/drawing/2014/main" id="{2ADEE88E-3E21-4E4D-88FB-C8536001CE08}"/>
                </a:ext>
              </a:extLst>
            </p:cNvPr>
            <p:cNvSpPr/>
            <p:nvPr/>
          </p:nvSpPr>
          <p:spPr>
            <a:xfrm>
              <a:off x="4937972" y="4735544"/>
              <a:ext cx="4435468" cy="358878"/>
            </a:xfrm>
            <a:custGeom>
              <a:avLst/>
              <a:gdLst>
                <a:gd name="connsiteX0" fmla="*/ 0 w 4619822"/>
                <a:gd name="connsiteY0" fmla="*/ 0 h 358878"/>
                <a:gd name="connsiteX1" fmla="*/ 4190009 w 4619822"/>
                <a:gd name="connsiteY1" fmla="*/ 0 h 358878"/>
                <a:gd name="connsiteX2" fmla="*/ 4619822 w 4619822"/>
                <a:gd name="connsiteY2" fmla="*/ 356707 h 358878"/>
                <a:gd name="connsiteX3" fmla="*/ 4609068 w 4619822"/>
                <a:gd name="connsiteY3" fmla="*/ 358878 h 358878"/>
                <a:gd name="connsiteX4" fmla="*/ 432430 w 4619822"/>
                <a:gd name="connsiteY4" fmla="*/ 358878 h 358878"/>
                <a:gd name="connsiteX5" fmla="*/ 0 w 4619822"/>
                <a:gd name="connsiteY5" fmla="*/ 0 h 358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19822" h="358878">
                  <a:moveTo>
                    <a:pt x="0" y="0"/>
                  </a:moveTo>
                  <a:lnTo>
                    <a:pt x="4190009" y="0"/>
                  </a:lnTo>
                  <a:lnTo>
                    <a:pt x="4619822" y="356707"/>
                  </a:lnTo>
                  <a:lnTo>
                    <a:pt x="4609068" y="358878"/>
                  </a:lnTo>
                  <a:lnTo>
                    <a:pt x="432430" y="3588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80" name="ZoneTexte 79">
              <a:extLst>
                <a:ext uri="{FF2B5EF4-FFF2-40B4-BE49-F238E27FC236}">
                  <a16:creationId xmlns:a16="http://schemas.microsoft.com/office/drawing/2014/main" id="{9B42F1E5-528A-4E51-9264-9B82A2A96C7D}"/>
                </a:ext>
              </a:extLst>
            </p:cNvPr>
            <p:cNvSpPr txBox="1"/>
            <p:nvPr/>
          </p:nvSpPr>
          <p:spPr>
            <a:xfrm>
              <a:off x="5834785" y="4735544"/>
              <a:ext cx="2859520" cy="307777"/>
            </a:xfrm>
            <a:prstGeom prst="rect">
              <a:avLst/>
            </a:prstGeom>
            <a:noFill/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Filtrage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des freelances par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categorie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8" name="Groupe 107">
            <a:extLst>
              <a:ext uri="{FF2B5EF4-FFF2-40B4-BE49-F238E27FC236}">
                <a16:creationId xmlns:a16="http://schemas.microsoft.com/office/drawing/2014/main" id="{D8C54D81-4865-4A8D-BF13-081029453045}"/>
              </a:ext>
            </a:extLst>
          </p:cNvPr>
          <p:cNvGrpSpPr/>
          <p:nvPr/>
        </p:nvGrpSpPr>
        <p:grpSpPr>
          <a:xfrm>
            <a:off x="12862254" y="4186071"/>
            <a:ext cx="4435468" cy="358878"/>
            <a:chOff x="4475311" y="4290783"/>
            <a:chExt cx="4435468" cy="358878"/>
          </a:xfrm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</p:grpSpPr>
        <p:sp>
          <p:nvSpPr>
            <p:cNvPr id="106" name="Forme libre : forme 105">
              <a:extLst>
                <a:ext uri="{FF2B5EF4-FFF2-40B4-BE49-F238E27FC236}">
                  <a16:creationId xmlns:a16="http://schemas.microsoft.com/office/drawing/2014/main" id="{F6D35308-FB56-4333-A811-BB4C7F242959}"/>
                </a:ext>
              </a:extLst>
            </p:cNvPr>
            <p:cNvSpPr/>
            <p:nvPr/>
          </p:nvSpPr>
          <p:spPr>
            <a:xfrm>
              <a:off x="4475311" y="4290783"/>
              <a:ext cx="4435468" cy="358878"/>
            </a:xfrm>
            <a:custGeom>
              <a:avLst/>
              <a:gdLst>
                <a:gd name="connsiteX0" fmla="*/ 0 w 4619822"/>
                <a:gd name="connsiteY0" fmla="*/ 0 h 358878"/>
                <a:gd name="connsiteX1" fmla="*/ 4190009 w 4619822"/>
                <a:gd name="connsiteY1" fmla="*/ 0 h 358878"/>
                <a:gd name="connsiteX2" fmla="*/ 4619822 w 4619822"/>
                <a:gd name="connsiteY2" fmla="*/ 356707 h 358878"/>
                <a:gd name="connsiteX3" fmla="*/ 4609068 w 4619822"/>
                <a:gd name="connsiteY3" fmla="*/ 358878 h 358878"/>
                <a:gd name="connsiteX4" fmla="*/ 432430 w 4619822"/>
                <a:gd name="connsiteY4" fmla="*/ 358878 h 358878"/>
                <a:gd name="connsiteX5" fmla="*/ 0 w 4619822"/>
                <a:gd name="connsiteY5" fmla="*/ 0 h 358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19822" h="358878">
                  <a:moveTo>
                    <a:pt x="0" y="0"/>
                  </a:moveTo>
                  <a:lnTo>
                    <a:pt x="4190009" y="0"/>
                  </a:lnTo>
                  <a:lnTo>
                    <a:pt x="4619822" y="356707"/>
                  </a:lnTo>
                  <a:lnTo>
                    <a:pt x="4609068" y="358878"/>
                  </a:lnTo>
                  <a:lnTo>
                    <a:pt x="432430" y="3588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83" name="ZoneTexte 82">
              <a:extLst>
                <a:ext uri="{FF2B5EF4-FFF2-40B4-BE49-F238E27FC236}">
                  <a16:creationId xmlns:a16="http://schemas.microsoft.com/office/drawing/2014/main" id="{22F65102-7BEF-4D72-A594-1F9D77859F6F}"/>
                </a:ext>
              </a:extLst>
            </p:cNvPr>
            <p:cNvSpPr txBox="1"/>
            <p:nvPr/>
          </p:nvSpPr>
          <p:spPr>
            <a:xfrm>
              <a:off x="5259312" y="4316333"/>
              <a:ext cx="2962207" cy="307777"/>
            </a:xfrm>
            <a:prstGeom prst="rect">
              <a:avLst/>
            </a:prstGeom>
            <a:noFill/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Formulaire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de contact avec validation</a:t>
              </a:r>
            </a:p>
          </p:txBody>
        </p:sp>
      </p:grpSp>
      <p:grpSp>
        <p:nvGrpSpPr>
          <p:cNvPr id="112" name="Groupe 111">
            <a:extLst>
              <a:ext uri="{FF2B5EF4-FFF2-40B4-BE49-F238E27FC236}">
                <a16:creationId xmlns:a16="http://schemas.microsoft.com/office/drawing/2014/main" id="{F90E93F8-5313-473F-9C6E-C0D7A8145DCC}"/>
              </a:ext>
            </a:extLst>
          </p:cNvPr>
          <p:cNvGrpSpPr/>
          <p:nvPr/>
        </p:nvGrpSpPr>
        <p:grpSpPr>
          <a:xfrm>
            <a:off x="12375343" y="3716542"/>
            <a:ext cx="4435468" cy="358878"/>
            <a:chOff x="4768659" y="3705691"/>
            <a:chExt cx="4435468" cy="358878"/>
          </a:xfrm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</p:grpSpPr>
        <p:sp>
          <p:nvSpPr>
            <p:cNvPr id="110" name="Forme libre : forme 109">
              <a:extLst>
                <a:ext uri="{FF2B5EF4-FFF2-40B4-BE49-F238E27FC236}">
                  <a16:creationId xmlns:a16="http://schemas.microsoft.com/office/drawing/2014/main" id="{A68FA09B-F880-4DA8-815B-900950B0B812}"/>
                </a:ext>
              </a:extLst>
            </p:cNvPr>
            <p:cNvSpPr/>
            <p:nvPr/>
          </p:nvSpPr>
          <p:spPr>
            <a:xfrm>
              <a:off x="4768659" y="3705691"/>
              <a:ext cx="4435468" cy="358878"/>
            </a:xfrm>
            <a:custGeom>
              <a:avLst/>
              <a:gdLst>
                <a:gd name="connsiteX0" fmla="*/ 0 w 4619822"/>
                <a:gd name="connsiteY0" fmla="*/ 0 h 358878"/>
                <a:gd name="connsiteX1" fmla="*/ 4190009 w 4619822"/>
                <a:gd name="connsiteY1" fmla="*/ 0 h 358878"/>
                <a:gd name="connsiteX2" fmla="*/ 4619822 w 4619822"/>
                <a:gd name="connsiteY2" fmla="*/ 356707 h 358878"/>
                <a:gd name="connsiteX3" fmla="*/ 4609068 w 4619822"/>
                <a:gd name="connsiteY3" fmla="*/ 358878 h 358878"/>
                <a:gd name="connsiteX4" fmla="*/ 432430 w 4619822"/>
                <a:gd name="connsiteY4" fmla="*/ 358878 h 358878"/>
                <a:gd name="connsiteX5" fmla="*/ 0 w 4619822"/>
                <a:gd name="connsiteY5" fmla="*/ 0 h 358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19822" h="358878">
                  <a:moveTo>
                    <a:pt x="0" y="0"/>
                  </a:moveTo>
                  <a:lnTo>
                    <a:pt x="4190009" y="0"/>
                  </a:lnTo>
                  <a:lnTo>
                    <a:pt x="4619822" y="356707"/>
                  </a:lnTo>
                  <a:lnTo>
                    <a:pt x="4609068" y="358878"/>
                  </a:lnTo>
                  <a:lnTo>
                    <a:pt x="432430" y="3588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86" name="ZoneTexte 85">
              <a:extLst>
                <a:ext uri="{FF2B5EF4-FFF2-40B4-BE49-F238E27FC236}">
                  <a16:creationId xmlns:a16="http://schemas.microsoft.com/office/drawing/2014/main" id="{3D6AE542-5EA0-4BEB-95D8-B1DC898E6F16}"/>
                </a:ext>
              </a:extLst>
            </p:cNvPr>
            <p:cNvSpPr txBox="1"/>
            <p:nvPr/>
          </p:nvSpPr>
          <p:spPr>
            <a:xfrm>
              <a:off x="5366582" y="3705691"/>
              <a:ext cx="3239621" cy="307777"/>
            </a:xfrm>
            <a:prstGeom prst="rect">
              <a:avLst/>
            </a:prstGeom>
            <a:noFill/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Compteurs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anim</a:t>
              </a:r>
              <a:r>
                <a:rPr lang="fr-FR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és</a:t>
              </a:r>
              <a:r>
                <a:rPr lang="fr-F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au scroll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E1321C07-2008-4B2F-8746-2F694BB21047}"/>
              </a:ext>
            </a:extLst>
          </p:cNvPr>
          <p:cNvGrpSpPr/>
          <p:nvPr/>
        </p:nvGrpSpPr>
        <p:grpSpPr>
          <a:xfrm>
            <a:off x="-1454456" y="5303384"/>
            <a:ext cx="3119980" cy="2950543"/>
            <a:chOff x="-1454456" y="5303384"/>
            <a:chExt cx="3119980" cy="295054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79DDF928-72DE-4FA8-95DE-D9C3D6195B27}"/>
                </a:ext>
              </a:extLst>
            </p:cNvPr>
            <p:cNvSpPr/>
            <p:nvPr/>
          </p:nvSpPr>
          <p:spPr>
            <a:xfrm>
              <a:off x="-956653" y="5303384"/>
              <a:ext cx="2622177" cy="2501761"/>
            </a:xfrm>
            <a:prstGeom prst="ellips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C5EAEAC4-03D9-4233-BE52-0F08CF600858}"/>
                </a:ext>
              </a:extLst>
            </p:cNvPr>
            <p:cNvSpPr/>
            <p:nvPr/>
          </p:nvSpPr>
          <p:spPr>
            <a:xfrm>
              <a:off x="-1070350" y="5382728"/>
              <a:ext cx="2622177" cy="2501761"/>
            </a:xfrm>
            <a:prstGeom prst="ellips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83346923-75D3-460C-AC43-F179BC3D474C}"/>
                </a:ext>
              </a:extLst>
            </p:cNvPr>
            <p:cNvSpPr/>
            <p:nvPr/>
          </p:nvSpPr>
          <p:spPr>
            <a:xfrm>
              <a:off x="-1167722" y="5462072"/>
              <a:ext cx="2622177" cy="2501761"/>
            </a:xfrm>
            <a:prstGeom prst="ellips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61EF5C99-6B8E-4C50-BED2-05596FA767F2}"/>
                </a:ext>
              </a:extLst>
            </p:cNvPr>
            <p:cNvSpPr/>
            <p:nvPr/>
          </p:nvSpPr>
          <p:spPr>
            <a:xfrm>
              <a:off x="-1311089" y="5607119"/>
              <a:ext cx="2622177" cy="2501761"/>
            </a:xfrm>
            <a:prstGeom prst="ellips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1" name="Ellipse 40">
              <a:extLst>
                <a:ext uri="{FF2B5EF4-FFF2-40B4-BE49-F238E27FC236}">
                  <a16:creationId xmlns:a16="http://schemas.microsoft.com/office/drawing/2014/main" id="{B9F9F214-742D-4445-9474-E29633CE0032}"/>
                </a:ext>
              </a:extLst>
            </p:cNvPr>
            <p:cNvSpPr/>
            <p:nvPr/>
          </p:nvSpPr>
          <p:spPr>
            <a:xfrm>
              <a:off x="-1454456" y="5752166"/>
              <a:ext cx="2622177" cy="2501761"/>
            </a:xfrm>
            <a:prstGeom prst="ellips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162304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378 -0.00833 L 0.71094 -0.00416 " pathEditMode="relative" rAng="0" ptsTypes="AA">
                                      <p:cBhvr>
                                        <p:cTn id="6" dur="4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865" y="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0"/>
                            </p:stCondLst>
                            <p:childTnLst>
                              <p:par>
                                <p:cTn id="8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75" decel="100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accel="100000" fill="hold">
                                          <p:stCondLst>
                                            <p:cond delay="675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38 4.44444E-6 L -0.72514 -0.00162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573" y="-93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71 -4.07407E-6 L -0.71901 0.00324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065" y="162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213 1.11111E-6 L -0.71549 0.00648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674" y="324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849 -3.7037E-6 L -0.71849 0.00255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000" y="116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37 -3.33333E-6 L -0.71654 0.00579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065" y="278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302 -3.7037E-7 L -0.71914 0.00486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313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7CFEE73C-2CA3-4737-A14C-A8A967B3908C}"/>
              </a:ext>
            </a:extLst>
          </p:cNvPr>
          <p:cNvGrpSpPr/>
          <p:nvPr/>
        </p:nvGrpSpPr>
        <p:grpSpPr>
          <a:xfrm>
            <a:off x="4877045" y="677638"/>
            <a:ext cx="2255030" cy="342229"/>
            <a:chOff x="4478118" y="411648"/>
            <a:chExt cx="3235765" cy="342229"/>
          </a:xfrm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</p:grpSpPr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6498C196-310D-4030-A5C0-CA1BD0BD290E}"/>
                </a:ext>
              </a:extLst>
            </p:cNvPr>
            <p:cNvSpPr/>
            <p:nvPr/>
          </p:nvSpPr>
          <p:spPr>
            <a:xfrm>
              <a:off x="5545394" y="411648"/>
              <a:ext cx="1175514" cy="288878"/>
            </a:xfrm>
            <a:prstGeom prst="roundRect">
              <a:avLst/>
            </a:prstGeom>
            <a:solidFill>
              <a:srgbClr val="E06E00"/>
            </a:solidFill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D7FDA3A4-3431-4ECD-8862-B479883FFAC1}"/>
                </a:ext>
              </a:extLst>
            </p:cNvPr>
            <p:cNvSpPr/>
            <p:nvPr/>
          </p:nvSpPr>
          <p:spPr>
            <a:xfrm>
              <a:off x="4607680" y="443767"/>
              <a:ext cx="3064848" cy="30044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68207016-BA0A-487A-A87C-1AC6F38EEED6}"/>
                </a:ext>
              </a:extLst>
            </p:cNvPr>
            <p:cNvSpPr txBox="1"/>
            <p:nvPr/>
          </p:nvSpPr>
          <p:spPr>
            <a:xfrm>
              <a:off x="4478118" y="446100"/>
              <a:ext cx="3235765" cy="307777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p3d prstMaterial="metal">
              <a:bevelT w="38100" h="57150" prst="angle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</a:t>
              </a:r>
            </a:p>
          </p:txBody>
        </p:sp>
      </p:grpSp>
      <p:sp>
        <p:nvSpPr>
          <p:cNvPr id="34" name="ZoneTexte 33">
            <a:extLst>
              <a:ext uri="{FF2B5EF4-FFF2-40B4-BE49-F238E27FC236}">
                <a16:creationId xmlns:a16="http://schemas.microsoft.com/office/drawing/2014/main" id="{FBB7A7B0-C967-42A6-A08C-FA135073AFD6}"/>
              </a:ext>
            </a:extLst>
          </p:cNvPr>
          <p:cNvSpPr txBox="1"/>
          <p:nvPr/>
        </p:nvSpPr>
        <p:spPr>
          <a:xfrm>
            <a:off x="-2539385" y="4082013"/>
            <a:ext cx="225503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RÉALISATIONS</a:t>
            </a:r>
          </a:p>
        </p:txBody>
      </p:sp>
      <p:pic>
        <p:nvPicPr>
          <p:cNvPr id="52" name="Image 51">
            <a:extLst>
              <a:ext uri="{FF2B5EF4-FFF2-40B4-BE49-F238E27FC236}">
                <a16:creationId xmlns:a16="http://schemas.microsoft.com/office/drawing/2014/main" id="{2FAA1D92-286B-493A-823F-6E7980DC3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610" y="1872880"/>
            <a:ext cx="299659" cy="299659"/>
          </a:xfrm>
          <a:prstGeom prst="rect">
            <a:avLst/>
          </a:prstGeom>
        </p:spPr>
      </p:pic>
      <p:pic>
        <p:nvPicPr>
          <p:cNvPr id="54" name="Image 53">
            <a:extLst>
              <a:ext uri="{FF2B5EF4-FFF2-40B4-BE49-F238E27FC236}">
                <a16:creationId xmlns:a16="http://schemas.microsoft.com/office/drawing/2014/main" id="{6B582011-7EB4-47CA-93BA-2AA79263010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96"/>
          <a:stretch/>
        </p:blipFill>
        <p:spPr>
          <a:xfrm>
            <a:off x="2513130" y="-545094"/>
            <a:ext cx="360278" cy="324624"/>
          </a:xfrm>
          <a:prstGeom prst="rect">
            <a:avLst/>
          </a:prstGeom>
        </p:spPr>
      </p:pic>
      <p:sp>
        <p:nvSpPr>
          <p:cNvPr id="56" name="ZoneTexte 55">
            <a:extLst>
              <a:ext uri="{FF2B5EF4-FFF2-40B4-BE49-F238E27FC236}">
                <a16:creationId xmlns:a16="http://schemas.microsoft.com/office/drawing/2014/main" id="{F178350F-27CD-4C92-88AA-D1F6F79610DE}"/>
              </a:ext>
            </a:extLst>
          </p:cNvPr>
          <p:cNvSpPr txBox="1"/>
          <p:nvPr/>
        </p:nvSpPr>
        <p:spPr>
          <a:xfrm>
            <a:off x="7517892" y="7318179"/>
            <a:ext cx="260311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COMPÉTENCES VALIDÉES</a:t>
            </a:r>
          </a:p>
        </p:txBody>
      </p: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B98FAE6E-C6C3-4BE7-A398-4EFC264EC194}"/>
              </a:ext>
            </a:extLst>
          </p:cNvPr>
          <p:cNvCxnSpPr>
            <a:cxnSpLocks/>
          </p:cNvCxnSpPr>
          <p:nvPr/>
        </p:nvCxnSpPr>
        <p:spPr>
          <a:xfrm>
            <a:off x="-794950" y="2693516"/>
            <a:ext cx="5227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6B113736-223D-495A-BF36-A5C03A8A57E2}"/>
              </a:ext>
            </a:extLst>
          </p:cNvPr>
          <p:cNvCxnSpPr>
            <a:cxnSpLocks/>
          </p:cNvCxnSpPr>
          <p:nvPr/>
        </p:nvCxnSpPr>
        <p:spPr>
          <a:xfrm>
            <a:off x="-807070" y="3035245"/>
            <a:ext cx="5227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39CC125D-5627-4301-9479-758919DB572A}"/>
              </a:ext>
            </a:extLst>
          </p:cNvPr>
          <p:cNvCxnSpPr>
            <a:cxnSpLocks/>
          </p:cNvCxnSpPr>
          <p:nvPr/>
        </p:nvCxnSpPr>
        <p:spPr>
          <a:xfrm>
            <a:off x="-807071" y="3430532"/>
            <a:ext cx="5227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12BBD032-14A4-4051-B22A-0C5BDD0F85CA}"/>
              </a:ext>
            </a:extLst>
          </p:cNvPr>
          <p:cNvCxnSpPr>
            <a:cxnSpLocks/>
          </p:cNvCxnSpPr>
          <p:nvPr/>
        </p:nvCxnSpPr>
        <p:spPr>
          <a:xfrm>
            <a:off x="-807072" y="3814044"/>
            <a:ext cx="5227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34345CB8-8F4E-4F4B-9127-DB1DBB79C544}"/>
              </a:ext>
            </a:extLst>
          </p:cNvPr>
          <p:cNvCxnSpPr>
            <a:cxnSpLocks/>
          </p:cNvCxnSpPr>
          <p:nvPr/>
        </p:nvCxnSpPr>
        <p:spPr>
          <a:xfrm>
            <a:off x="-807073" y="4217652"/>
            <a:ext cx="5227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Connecteur droit avec flèche 63">
            <a:extLst>
              <a:ext uri="{FF2B5EF4-FFF2-40B4-BE49-F238E27FC236}">
                <a16:creationId xmlns:a16="http://schemas.microsoft.com/office/drawing/2014/main" id="{2FBA68D9-D177-4ED6-906C-CDDEE976CBB7}"/>
              </a:ext>
            </a:extLst>
          </p:cNvPr>
          <p:cNvCxnSpPr>
            <a:cxnSpLocks/>
          </p:cNvCxnSpPr>
          <p:nvPr/>
        </p:nvCxnSpPr>
        <p:spPr>
          <a:xfrm>
            <a:off x="-807073" y="4550922"/>
            <a:ext cx="5227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D6A4D506-1B41-4C1E-B342-46798D367CA3}"/>
              </a:ext>
            </a:extLst>
          </p:cNvPr>
          <p:cNvCxnSpPr>
            <a:cxnSpLocks/>
          </p:cNvCxnSpPr>
          <p:nvPr/>
        </p:nvCxnSpPr>
        <p:spPr>
          <a:xfrm>
            <a:off x="-794950" y="4914337"/>
            <a:ext cx="5227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Connecteur droit avec flèche 67">
            <a:extLst>
              <a:ext uri="{FF2B5EF4-FFF2-40B4-BE49-F238E27FC236}">
                <a16:creationId xmlns:a16="http://schemas.microsoft.com/office/drawing/2014/main" id="{303FC0F3-FEA9-41ED-AAF1-31A1B3D47D22}"/>
              </a:ext>
            </a:extLst>
          </p:cNvPr>
          <p:cNvCxnSpPr>
            <a:cxnSpLocks/>
          </p:cNvCxnSpPr>
          <p:nvPr/>
        </p:nvCxnSpPr>
        <p:spPr>
          <a:xfrm>
            <a:off x="6984772" y="2618700"/>
            <a:ext cx="5227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Connecteur droit avec flèche 68">
            <a:extLst>
              <a:ext uri="{FF2B5EF4-FFF2-40B4-BE49-F238E27FC236}">
                <a16:creationId xmlns:a16="http://schemas.microsoft.com/office/drawing/2014/main" id="{89F1D305-2B96-494A-BA80-21E324F6A7A7}"/>
              </a:ext>
            </a:extLst>
          </p:cNvPr>
          <p:cNvCxnSpPr>
            <a:cxnSpLocks/>
          </p:cNvCxnSpPr>
          <p:nvPr/>
        </p:nvCxnSpPr>
        <p:spPr>
          <a:xfrm>
            <a:off x="6984771" y="3020330"/>
            <a:ext cx="5227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84F58D7D-1656-4D3D-ABAE-A0EC0C9690D0}"/>
              </a:ext>
            </a:extLst>
          </p:cNvPr>
          <p:cNvCxnSpPr>
            <a:cxnSpLocks/>
          </p:cNvCxnSpPr>
          <p:nvPr/>
        </p:nvCxnSpPr>
        <p:spPr>
          <a:xfrm>
            <a:off x="6984770" y="3415617"/>
            <a:ext cx="5227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C187C60B-FCD4-47BD-9D25-3B354216A69C}"/>
              </a:ext>
            </a:extLst>
          </p:cNvPr>
          <p:cNvCxnSpPr>
            <a:cxnSpLocks/>
          </p:cNvCxnSpPr>
          <p:nvPr/>
        </p:nvCxnSpPr>
        <p:spPr>
          <a:xfrm>
            <a:off x="6984769" y="3809762"/>
            <a:ext cx="5227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2" name="Connecteur droit avec flèche 71">
            <a:extLst>
              <a:ext uri="{FF2B5EF4-FFF2-40B4-BE49-F238E27FC236}">
                <a16:creationId xmlns:a16="http://schemas.microsoft.com/office/drawing/2014/main" id="{5C518056-27D4-425B-B0CB-D17A6D5BC18D}"/>
              </a:ext>
            </a:extLst>
          </p:cNvPr>
          <p:cNvCxnSpPr>
            <a:cxnSpLocks/>
          </p:cNvCxnSpPr>
          <p:nvPr/>
        </p:nvCxnSpPr>
        <p:spPr>
          <a:xfrm>
            <a:off x="6984768" y="4202737"/>
            <a:ext cx="5227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" name="Connecteur droit avec flèche 72">
            <a:extLst>
              <a:ext uri="{FF2B5EF4-FFF2-40B4-BE49-F238E27FC236}">
                <a16:creationId xmlns:a16="http://schemas.microsoft.com/office/drawing/2014/main" id="{66FEAB8C-65C6-4423-B6F7-80593F7E7DC4}"/>
              </a:ext>
            </a:extLst>
          </p:cNvPr>
          <p:cNvCxnSpPr>
            <a:cxnSpLocks/>
          </p:cNvCxnSpPr>
          <p:nvPr/>
        </p:nvCxnSpPr>
        <p:spPr>
          <a:xfrm>
            <a:off x="6984768" y="4546640"/>
            <a:ext cx="5227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Connecteur droit avec flèche 73">
            <a:extLst>
              <a:ext uri="{FF2B5EF4-FFF2-40B4-BE49-F238E27FC236}">
                <a16:creationId xmlns:a16="http://schemas.microsoft.com/office/drawing/2014/main" id="{DB3FE7DF-A6D6-4621-89F5-74214B91C0C8}"/>
              </a:ext>
            </a:extLst>
          </p:cNvPr>
          <p:cNvCxnSpPr>
            <a:cxnSpLocks/>
          </p:cNvCxnSpPr>
          <p:nvPr/>
        </p:nvCxnSpPr>
        <p:spPr>
          <a:xfrm>
            <a:off x="6996891" y="4952587"/>
            <a:ext cx="5227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5" name="ZoneTexte 74">
            <a:extLst>
              <a:ext uri="{FF2B5EF4-FFF2-40B4-BE49-F238E27FC236}">
                <a16:creationId xmlns:a16="http://schemas.microsoft.com/office/drawing/2014/main" id="{1ED469CC-D7E8-4E46-8DC2-A1E040913593}"/>
              </a:ext>
            </a:extLst>
          </p:cNvPr>
          <p:cNvSpPr txBox="1"/>
          <p:nvPr/>
        </p:nvSpPr>
        <p:spPr>
          <a:xfrm>
            <a:off x="2381381" y="2478989"/>
            <a:ext cx="279965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 vitrine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complet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5 pages</a:t>
            </a: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96059D2E-67E3-42A6-96C7-D26CA17A099D}"/>
              </a:ext>
            </a:extLst>
          </p:cNvPr>
          <p:cNvSpPr txBox="1"/>
          <p:nvPr/>
        </p:nvSpPr>
        <p:spPr>
          <a:xfrm>
            <a:off x="2435245" y="2838113"/>
            <a:ext cx="279965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modern avec Bento Grid</a:t>
            </a: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61BAB003-6191-44DA-AD1E-01183EBF3C62}"/>
              </a:ext>
            </a:extLst>
          </p:cNvPr>
          <p:cNvSpPr txBox="1"/>
          <p:nvPr/>
        </p:nvSpPr>
        <p:spPr>
          <a:xfrm>
            <a:off x="2524354" y="3251095"/>
            <a:ext cx="279965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responsive (375px – 1200px)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C73E548B-718D-497F-A98E-D201B129D7A4}"/>
              </a:ext>
            </a:extLst>
          </p:cNvPr>
          <p:cNvSpPr txBox="1"/>
          <p:nvPr/>
        </p:nvSpPr>
        <p:spPr>
          <a:xfrm>
            <a:off x="2475649" y="3634607"/>
            <a:ext cx="279965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fonctionnalit</a:t>
            </a:r>
            <a:r>
              <a:rPr lang="fr-FR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JS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</a:t>
            </a:r>
            <a:r>
              <a:rPr lang="fr-FR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ment</a:t>
            </a:r>
            <a:r>
              <a:rPr lang="fr-FR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ées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4CE11F4A-419D-47F8-AD47-FDC40EC61F35}"/>
              </a:ext>
            </a:extLst>
          </p:cNvPr>
          <p:cNvSpPr txBox="1"/>
          <p:nvPr/>
        </p:nvSpPr>
        <p:spPr>
          <a:xfrm>
            <a:off x="2324817" y="4026376"/>
            <a:ext cx="279965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Dark mode avec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ADF5EBFF-72FB-4CEA-9D1E-C82397748E25}"/>
              </a:ext>
            </a:extLst>
          </p:cNvPr>
          <p:cNvSpPr txBox="1"/>
          <p:nvPr/>
        </p:nvSpPr>
        <p:spPr>
          <a:xfrm>
            <a:off x="2305965" y="4389790"/>
            <a:ext cx="279965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commits GitHub respect</a:t>
            </a:r>
            <a:r>
              <a:rPr lang="fr-FR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és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10BC961-4029-468B-9ECD-87B0C21563C9}"/>
              </a:ext>
            </a:extLst>
          </p:cNvPr>
          <p:cNvSpPr txBox="1"/>
          <p:nvPr/>
        </p:nvSpPr>
        <p:spPr>
          <a:xfrm>
            <a:off x="2485075" y="4723059"/>
            <a:ext cx="279965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fr-FR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ploiement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GitHub Pages r</a:t>
            </a:r>
            <a:r>
              <a:rPr lang="fr-FR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ussi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CFABCDC8-DACA-4052-B86F-EC5AC72C4795}"/>
              </a:ext>
            </a:extLst>
          </p:cNvPr>
          <p:cNvSpPr txBox="1"/>
          <p:nvPr/>
        </p:nvSpPr>
        <p:spPr>
          <a:xfrm>
            <a:off x="7840774" y="2452476"/>
            <a:ext cx="106024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5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C455EA58-B602-4A81-BD08-41D36842FC01}"/>
              </a:ext>
            </a:extLst>
          </p:cNvPr>
          <p:cNvSpPr txBox="1"/>
          <p:nvPr/>
        </p:nvSpPr>
        <p:spPr>
          <a:xfrm>
            <a:off x="7826058" y="2822233"/>
            <a:ext cx="106024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3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84F3D926-70D2-4BDE-B565-EC721AED5039}"/>
              </a:ext>
            </a:extLst>
          </p:cNvPr>
          <p:cNvSpPr txBox="1"/>
          <p:nvPr/>
        </p:nvSpPr>
        <p:spPr>
          <a:xfrm>
            <a:off x="7835157" y="3235215"/>
            <a:ext cx="140453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5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1DDBB444-20CA-4B7B-A131-E2E8D3866FAE}"/>
              </a:ext>
            </a:extLst>
          </p:cNvPr>
          <p:cNvSpPr txBox="1"/>
          <p:nvPr/>
        </p:nvSpPr>
        <p:spPr>
          <a:xfrm>
            <a:off x="7832172" y="3629360"/>
            <a:ext cx="149257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ES5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2FD1656D-AAEF-4D9A-B5DB-39456FB08A05}"/>
              </a:ext>
            </a:extLst>
          </p:cNvPr>
          <p:cNvSpPr txBox="1"/>
          <p:nvPr/>
        </p:nvSpPr>
        <p:spPr>
          <a:xfrm>
            <a:off x="7852790" y="4010496"/>
            <a:ext cx="147196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BA656EEF-4402-4D60-8EE5-0823C2EFD635}"/>
              </a:ext>
            </a:extLst>
          </p:cNvPr>
          <p:cNvSpPr txBox="1"/>
          <p:nvPr/>
        </p:nvSpPr>
        <p:spPr>
          <a:xfrm>
            <a:off x="7856798" y="4384543"/>
            <a:ext cx="115961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9111EC47-CE11-4BB8-8547-3A816B105EF1}"/>
              </a:ext>
            </a:extLst>
          </p:cNvPr>
          <p:cNvSpPr txBox="1"/>
          <p:nvPr/>
        </p:nvSpPr>
        <p:spPr>
          <a:xfrm>
            <a:off x="7853028" y="4760344"/>
            <a:ext cx="185389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Design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1FFBCE-2C8C-4E9A-BEF2-0CD0ABDD6A7C}"/>
              </a:ext>
            </a:extLst>
          </p:cNvPr>
          <p:cNvSpPr/>
          <p:nvPr/>
        </p:nvSpPr>
        <p:spPr>
          <a:xfrm>
            <a:off x="1674688" y="1684963"/>
            <a:ext cx="8211347" cy="3524036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59DE6A1E-2EBC-4AC3-BC1D-FFDBC4C713F6}"/>
              </a:ext>
            </a:extLst>
          </p:cNvPr>
          <p:cNvCxnSpPr>
            <a:cxnSpLocks/>
          </p:cNvCxnSpPr>
          <p:nvPr/>
        </p:nvCxnSpPr>
        <p:spPr>
          <a:xfrm>
            <a:off x="1674688" y="2363056"/>
            <a:ext cx="8209637" cy="0"/>
          </a:xfrm>
          <a:prstGeom prst="lin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0F5002F7-BC3B-4D3D-A60F-FEFEA40D1B62}"/>
              </a:ext>
            </a:extLst>
          </p:cNvPr>
          <p:cNvCxnSpPr>
            <a:cxnSpLocks/>
          </p:cNvCxnSpPr>
          <p:nvPr/>
        </p:nvCxnSpPr>
        <p:spPr>
          <a:xfrm>
            <a:off x="1672978" y="2813403"/>
            <a:ext cx="8213057" cy="24710"/>
          </a:xfrm>
          <a:prstGeom prst="lin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FAF73C68-9E49-4C3B-A0EE-C08FD9745181}"/>
              </a:ext>
            </a:extLst>
          </p:cNvPr>
          <p:cNvCxnSpPr>
            <a:cxnSpLocks/>
          </p:cNvCxnSpPr>
          <p:nvPr/>
        </p:nvCxnSpPr>
        <p:spPr>
          <a:xfrm>
            <a:off x="1671268" y="3202105"/>
            <a:ext cx="8213057" cy="0"/>
          </a:xfrm>
          <a:prstGeom prst="lin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BBD29393-7E5C-4028-B59B-9110FEEEDAC9}"/>
              </a:ext>
            </a:extLst>
          </p:cNvPr>
          <p:cNvCxnSpPr>
            <a:cxnSpLocks/>
          </p:cNvCxnSpPr>
          <p:nvPr/>
        </p:nvCxnSpPr>
        <p:spPr>
          <a:xfrm>
            <a:off x="1669558" y="3631903"/>
            <a:ext cx="8214767" cy="2704"/>
          </a:xfrm>
          <a:prstGeom prst="lin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E511F744-C450-477C-90D0-33BBB731E411}"/>
              </a:ext>
            </a:extLst>
          </p:cNvPr>
          <p:cNvCxnSpPr>
            <a:cxnSpLocks/>
          </p:cNvCxnSpPr>
          <p:nvPr/>
        </p:nvCxnSpPr>
        <p:spPr>
          <a:xfrm>
            <a:off x="1688396" y="4369929"/>
            <a:ext cx="8195929" cy="0"/>
          </a:xfrm>
          <a:prstGeom prst="lin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5C4E17C5-78C7-4222-A996-4DD311ACD29A}"/>
              </a:ext>
            </a:extLst>
          </p:cNvPr>
          <p:cNvCxnSpPr>
            <a:cxnSpLocks/>
          </p:cNvCxnSpPr>
          <p:nvPr/>
        </p:nvCxnSpPr>
        <p:spPr>
          <a:xfrm>
            <a:off x="1676412" y="4738083"/>
            <a:ext cx="8207913" cy="0"/>
          </a:xfrm>
          <a:prstGeom prst="lin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F8699A2D-9E12-4C46-A986-8CDBE14FC3AD}"/>
              </a:ext>
            </a:extLst>
          </p:cNvPr>
          <p:cNvCxnSpPr>
            <a:cxnSpLocks/>
          </p:cNvCxnSpPr>
          <p:nvPr/>
        </p:nvCxnSpPr>
        <p:spPr>
          <a:xfrm flipV="1">
            <a:off x="1674702" y="3999863"/>
            <a:ext cx="8209623" cy="7049"/>
          </a:xfrm>
          <a:prstGeom prst="lin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41FC8F64-44A2-447C-8D19-5B85006221FD}"/>
              </a:ext>
            </a:extLst>
          </p:cNvPr>
          <p:cNvCxnSpPr>
            <a:cxnSpLocks/>
          </p:cNvCxnSpPr>
          <p:nvPr/>
        </p:nvCxnSpPr>
        <p:spPr>
          <a:xfrm>
            <a:off x="5969287" y="1689939"/>
            <a:ext cx="0" cy="3511039"/>
          </a:xfrm>
          <a:prstGeom prst="lin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15" name="Groupe 114">
            <a:extLst>
              <a:ext uri="{FF2B5EF4-FFF2-40B4-BE49-F238E27FC236}">
                <a16:creationId xmlns:a16="http://schemas.microsoft.com/office/drawing/2014/main" id="{D91E29CB-FFE9-4B29-9CAE-9CC4D56D1922}"/>
              </a:ext>
            </a:extLst>
          </p:cNvPr>
          <p:cNvGrpSpPr/>
          <p:nvPr/>
        </p:nvGrpSpPr>
        <p:grpSpPr>
          <a:xfrm>
            <a:off x="-3566950" y="-2076781"/>
            <a:ext cx="18375575" cy="777401"/>
            <a:chOff x="-10053698" y="2951364"/>
            <a:chExt cx="18375575" cy="777401"/>
          </a:xfrm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grpSp>
          <p:nvGrpSpPr>
            <p:cNvPr id="116" name="Groupe 115">
              <a:extLst>
                <a:ext uri="{FF2B5EF4-FFF2-40B4-BE49-F238E27FC236}">
                  <a16:creationId xmlns:a16="http://schemas.microsoft.com/office/drawing/2014/main" id="{5914CCDF-7CC7-46A6-BA5B-52CB3F964C85}"/>
                </a:ext>
              </a:extLst>
            </p:cNvPr>
            <p:cNvGrpSpPr/>
            <p:nvPr/>
          </p:nvGrpSpPr>
          <p:grpSpPr>
            <a:xfrm rot="19478770">
              <a:off x="-8658569" y="3092040"/>
              <a:ext cx="16170061" cy="164697"/>
              <a:chOff x="-10360369" y="-647229"/>
              <a:chExt cx="16170061" cy="164697"/>
            </a:xfrm>
            <a:solidFill>
              <a:schemeClr val="accent2">
                <a:lumMod val="20000"/>
                <a:lumOff val="80000"/>
              </a:schemeClr>
            </a:solidFill>
          </p:grpSpPr>
          <p:grpSp>
            <p:nvGrpSpPr>
              <p:cNvPr id="139" name="Groupe 138">
                <a:extLst>
                  <a:ext uri="{FF2B5EF4-FFF2-40B4-BE49-F238E27FC236}">
                    <a16:creationId xmlns:a16="http://schemas.microsoft.com/office/drawing/2014/main" id="{A21A0D29-6197-4FAA-B0DB-3B5E7736CF9A}"/>
                  </a:ext>
                </a:extLst>
              </p:cNvPr>
              <p:cNvGrpSpPr/>
              <p:nvPr/>
            </p:nvGrpSpPr>
            <p:grpSpPr>
              <a:xfrm>
                <a:off x="-10360369" y="-646598"/>
                <a:ext cx="10677150" cy="164066"/>
                <a:chOff x="513817" y="222774"/>
                <a:chExt cx="10677150" cy="164066"/>
              </a:xfrm>
              <a:grpFill/>
            </p:grpSpPr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id="{191F58A0-486E-4FC3-BCB7-7819719733B7}"/>
                    </a:ext>
                  </a:extLst>
                </p:cNvPr>
                <p:cNvSpPr/>
                <p:nvPr/>
              </p:nvSpPr>
              <p:spPr>
                <a:xfrm>
                  <a:off x="513817" y="223156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44" name="Rectangle 143">
                  <a:extLst>
                    <a:ext uri="{FF2B5EF4-FFF2-40B4-BE49-F238E27FC236}">
                      <a16:creationId xmlns:a16="http://schemas.microsoft.com/office/drawing/2014/main" id="{AF836262-AFA7-42F1-91A4-A6ED8C632BEC}"/>
                    </a:ext>
                  </a:extLst>
                </p:cNvPr>
                <p:cNvSpPr/>
                <p:nvPr/>
              </p:nvSpPr>
              <p:spPr>
                <a:xfrm>
                  <a:off x="2328201" y="223536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45" name="Rectangle 144">
                  <a:extLst>
                    <a:ext uri="{FF2B5EF4-FFF2-40B4-BE49-F238E27FC236}">
                      <a16:creationId xmlns:a16="http://schemas.microsoft.com/office/drawing/2014/main" id="{32DB9D1D-F82A-4138-BEDF-86290B0F97C7}"/>
                    </a:ext>
                  </a:extLst>
                </p:cNvPr>
                <p:cNvSpPr/>
                <p:nvPr/>
              </p:nvSpPr>
              <p:spPr>
                <a:xfrm>
                  <a:off x="4142585" y="22315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E035A71A-0EE9-41FE-99C5-CCC772605BE6}"/>
                    </a:ext>
                  </a:extLst>
                </p:cNvPr>
                <p:cNvSpPr/>
                <p:nvPr/>
              </p:nvSpPr>
              <p:spPr>
                <a:xfrm>
                  <a:off x="6030889" y="22277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47" name="Rectangle 146">
                  <a:extLst>
                    <a:ext uri="{FF2B5EF4-FFF2-40B4-BE49-F238E27FC236}">
                      <a16:creationId xmlns:a16="http://schemas.microsoft.com/office/drawing/2014/main" id="{15340066-5631-4E4F-B399-77A6E7330724}"/>
                    </a:ext>
                  </a:extLst>
                </p:cNvPr>
                <p:cNvSpPr/>
                <p:nvPr/>
              </p:nvSpPr>
              <p:spPr>
                <a:xfrm>
                  <a:off x="7845272" y="22315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48" name="Rectangle 147">
                  <a:extLst>
                    <a:ext uri="{FF2B5EF4-FFF2-40B4-BE49-F238E27FC236}">
                      <a16:creationId xmlns:a16="http://schemas.microsoft.com/office/drawing/2014/main" id="{8A295964-8080-4D97-8423-55FA34850380}"/>
                    </a:ext>
                  </a:extLst>
                </p:cNvPr>
                <p:cNvSpPr/>
                <p:nvPr/>
              </p:nvSpPr>
              <p:spPr>
                <a:xfrm>
                  <a:off x="9659657" y="222774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4E45A2AF-7C07-4E26-967B-0219F80A1DAB}"/>
                  </a:ext>
                </a:extLst>
              </p:cNvPr>
              <p:cNvSpPr/>
              <p:nvPr/>
            </p:nvSpPr>
            <p:spPr>
              <a:xfrm>
                <a:off x="649614" y="-647228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9A913BAC-3ECA-4414-A8BC-35259E2DC1C6}"/>
                  </a:ext>
                </a:extLst>
              </p:cNvPr>
              <p:cNvSpPr/>
              <p:nvPr/>
            </p:nvSpPr>
            <p:spPr>
              <a:xfrm>
                <a:off x="2463998" y="-646848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36D208FB-1CE6-4B93-8C49-67B7A065EC53}"/>
                  </a:ext>
                </a:extLst>
              </p:cNvPr>
              <p:cNvSpPr/>
              <p:nvPr/>
            </p:nvSpPr>
            <p:spPr>
              <a:xfrm>
                <a:off x="4278382" y="-647229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17" name="Groupe 116">
              <a:extLst>
                <a:ext uri="{FF2B5EF4-FFF2-40B4-BE49-F238E27FC236}">
                  <a16:creationId xmlns:a16="http://schemas.microsoft.com/office/drawing/2014/main" id="{AD948B3D-3A2E-4411-8B3E-A0142376EE34}"/>
                </a:ext>
              </a:extLst>
            </p:cNvPr>
            <p:cNvGrpSpPr/>
            <p:nvPr/>
          </p:nvGrpSpPr>
          <p:grpSpPr>
            <a:xfrm rot="19478770">
              <a:off x="-7848184" y="2951364"/>
              <a:ext cx="16170061" cy="164697"/>
              <a:chOff x="-10360369" y="-647229"/>
              <a:chExt cx="16170061" cy="164697"/>
            </a:xfrm>
            <a:solidFill>
              <a:schemeClr val="accent2">
                <a:lumMod val="20000"/>
                <a:lumOff val="80000"/>
              </a:schemeClr>
            </a:solidFill>
          </p:grpSpPr>
          <p:grpSp>
            <p:nvGrpSpPr>
              <p:cNvPr id="129" name="Groupe 128">
                <a:extLst>
                  <a:ext uri="{FF2B5EF4-FFF2-40B4-BE49-F238E27FC236}">
                    <a16:creationId xmlns:a16="http://schemas.microsoft.com/office/drawing/2014/main" id="{1176262D-5614-49B8-83D8-070D2D8DB33B}"/>
                  </a:ext>
                </a:extLst>
              </p:cNvPr>
              <p:cNvGrpSpPr/>
              <p:nvPr/>
            </p:nvGrpSpPr>
            <p:grpSpPr>
              <a:xfrm>
                <a:off x="-10360369" y="-646598"/>
                <a:ext cx="10677150" cy="164066"/>
                <a:chOff x="513817" y="222774"/>
                <a:chExt cx="10677150" cy="164066"/>
              </a:xfrm>
              <a:grpFill/>
            </p:grpSpPr>
            <p:sp>
              <p:nvSpPr>
                <p:cNvPr id="133" name="Rectangle 132">
                  <a:extLst>
                    <a:ext uri="{FF2B5EF4-FFF2-40B4-BE49-F238E27FC236}">
                      <a16:creationId xmlns:a16="http://schemas.microsoft.com/office/drawing/2014/main" id="{880EBB7A-B4AC-4FC1-B612-1A8569E6772E}"/>
                    </a:ext>
                  </a:extLst>
                </p:cNvPr>
                <p:cNvSpPr/>
                <p:nvPr/>
              </p:nvSpPr>
              <p:spPr>
                <a:xfrm>
                  <a:off x="513817" y="223156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53C02143-B24B-42C4-BAC2-B3C690FE1EEA}"/>
                    </a:ext>
                  </a:extLst>
                </p:cNvPr>
                <p:cNvSpPr/>
                <p:nvPr/>
              </p:nvSpPr>
              <p:spPr>
                <a:xfrm>
                  <a:off x="2328201" y="223536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4AF9D2B7-9C9F-49CB-824E-CD37F98E1714}"/>
                    </a:ext>
                  </a:extLst>
                </p:cNvPr>
                <p:cNvSpPr/>
                <p:nvPr/>
              </p:nvSpPr>
              <p:spPr>
                <a:xfrm>
                  <a:off x="4142585" y="22315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36" name="Rectangle 135">
                  <a:extLst>
                    <a:ext uri="{FF2B5EF4-FFF2-40B4-BE49-F238E27FC236}">
                      <a16:creationId xmlns:a16="http://schemas.microsoft.com/office/drawing/2014/main" id="{8A5A60FF-F190-4EEC-B676-8169BA59C875}"/>
                    </a:ext>
                  </a:extLst>
                </p:cNvPr>
                <p:cNvSpPr/>
                <p:nvPr/>
              </p:nvSpPr>
              <p:spPr>
                <a:xfrm>
                  <a:off x="6030889" y="22277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8388FB43-857F-4362-BD2B-A53E7671A07B}"/>
                    </a:ext>
                  </a:extLst>
                </p:cNvPr>
                <p:cNvSpPr/>
                <p:nvPr/>
              </p:nvSpPr>
              <p:spPr>
                <a:xfrm>
                  <a:off x="7845273" y="22315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1A18C59C-2B4B-44F6-93DE-751C68EAEF25}"/>
                    </a:ext>
                  </a:extLst>
                </p:cNvPr>
                <p:cNvSpPr/>
                <p:nvPr/>
              </p:nvSpPr>
              <p:spPr>
                <a:xfrm>
                  <a:off x="9659657" y="222774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71230F48-A717-4171-8300-31CB2A54D302}"/>
                  </a:ext>
                </a:extLst>
              </p:cNvPr>
              <p:cNvSpPr/>
              <p:nvPr/>
            </p:nvSpPr>
            <p:spPr>
              <a:xfrm>
                <a:off x="649614" y="-647228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AA335B31-F7D6-4029-8D28-FE7B50FBF2CD}"/>
                  </a:ext>
                </a:extLst>
              </p:cNvPr>
              <p:cNvSpPr/>
              <p:nvPr/>
            </p:nvSpPr>
            <p:spPr>
              <a:xfrm>
                <a:off x="2463998" y="-646848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6A39A15E-B37D-47EF-B1BA-30A5BFDF4B21}"/>
                  </a:ext>
                </a:extLst>
              </p:cNvPr>
              <p:cNvSpPr/>
              <p:nvPr/>
            </p:nvSpPr>
            <p:spPr>
              <a:xfrm>
                <a:off x="4278382" y="-647229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18" name="Groupe 117">
              <a:extLst>
                <a:ext uri="{FF2B5EF4-FFF2-40B4-BE49-F238E27FC236}">
                  <a16:creationId xmlns:a16="http://schemas.microsoft.com/office/drawing/2014/main" id="{8A26772B-1217-40E5-A9EE-3B6BE86F05F7}"/>
                </a:ext>
              </a:extLst>
            </p:cNvPr>
            <p:cNvGrpSpPr/>
            <p:nvPr/>
          </p:nvGrpSpPr>
          <p:grpSpPr>
            <a:xfrm rot="19478770">
              <a:off x="-10053698" y="3564068"/>
              <a:ext cx="16170061" cy="164697"/>
              <a:chOff x="-10360369" y="-647229"/>
              <a:chExt cx="16170061" cy="164697"/>
            </a:xfrm>
            <a:solidFill>
              <a:schemeClr val="accent2">
                <a:lumMod val="20000"/>
                <a:lumOff val="80000"/>
              </a:schemeClr>
            </a:solidFill>
          </p:grpSpPr>
          <p:grpSp>
            <p:nvGrpSpPr>
              <p:cNvPr id="119" name="Groupe 118">
                <a:extLst>
                  <a:ext uri="{FF2B5EF4-FFF2-40B4-BE49-F238E27FC236}">
                    <a16:creationId xmlns:a16="http://schemas.microsoft.com/office/drawing/2014/main" id="{AF3363B8-C9FE-4074-B73B-A2CAFD1F9DCE}"/>
                  </a:ext>
                </a:extLst>
              </p:cNvPr>
              <p:cNvGrpSpPr/>
              <p:nvPr/>
            </p:nvGrpSpPr>
            <p:grpSpPr>
              <a:xfrm>
                <a:off x="-10360369" y="-646598"/>
                <a:ext cx="10677150" cy="164066"/>
                <a:chOff x="513817" y="222774"/>
                <a:chExt cx="10677150" cy="164066"/>
              </a:xfrm>
              <a:grpFill/>
            </p:grpSpPr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1DA95544-BF0A-4E0A-9C7B-443627FFF1C0}"/>
                    </a:ext>
                  </a:extLst>
                </p:cNvPr>
                <p:cNvSpPr/>
                <p:nvPr/>
              </p:nvSpPr>
              <p:spPr>
                <a:xfrm>
                  <a:off x="513817" y="223156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635F11AA-B9AA-45E5-A811-7CA35FFF1A08}"/>
                    </a:ext>
                  </a:extLst>
                </p:cNvPr>
                <p:cNvSpPr/>
                <p:nvPr/>
              </p:nvSpPr>
              <p:spPr>
                <a:xfrm>
                  <a:off x="2328201" y="223536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1F145F07-E4B4-4683-B35C-05FC202B4569}"/>
                    </a:ext>
                  </a:extLst>
                </p:cNvPr>
                <p:cNvSpPr/>
                <p:nvPr/>
              </p:nvSpPr>
              <p:spPr>
                <a:xfrm>
                  <a:off x="4142585" y="22315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0CC42BD0-D358-42AA-9126-A98D4E58E1E8}"/>
                    </a:ext>
                  </a:extLst>
                </p:cNvPr>
                <p:cNvSpPr/>
                <p:nvPr/>
              </p:nvSpPr>
              <p:spPr>
                <a:xfrm>
                  <a:off x="6030889" y="22277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ECC61A28-4A36-458B-B6DC-2FA4FDF43564}"/>
                    </a:ext>
                  </a:extLst>
                </p:cNvPr>
                <p:cNvSpPr/>
                <p:nvPr/>
              </p:nvSpPr>
              <p:spPr>
                <a:xfrm>
                  <a:off x="7845273" y="223155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463564BA-AE63-48CD-8675-59F7C2684061}"/>
                    </a:ext>
                  </a:extLst>
                </p:cNvPr>
                <p:cNvSpPr/>
                <p:nvPr/>
              </p:nvSpPr>
              <p:spPr>
                <a:xfrm>
                  <a:off x="9659657" y="222774"/>
                  <a:ext cx="1531310" cy="163304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>
                  <a:bevelT w="139700" h="139700"/>
                </a:sp3d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2E5EBD02-D180-4723-B530-9DBCB6F26165}"/>
                  </a:ext>
                </a:extLst>
              </p:cNvPr>
              <p:cNvSpPr/>
              <p:nvPr/>
            </p:nvSpPr>
            <p:spPr>
              <a:xfrm>
                <a:off x="649614" y="-647228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2D32F0E2-DB67-4D29-8CC0-0D62DBCCC5A9}"/>
                  </a:ext>
                </a:extLst>
              </p:cNvPr>
              <p:cNvSpPr/>
              <p:nvPr/>
            </p:nvSpPr>
            <p:spPr>
              <a:xfrm>
                <a:off x="2463998" y="-646848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0DE22092-B70F-47BE-8C1E-233AC617F8AD}"/>
                  </a:ext>
                </a:extLst>
              </p:cNvPr>
              <p:cNvSpPr/>
              <p:nvPr/>
            </p:nvSpPr>
            <p:spPr>
              <a:xfrm>
                <a:off x="4278382" y="-647229"/>
                <a:ext cx="1531310" cy="163304"/>
              </a:xfrm>
              <a:prstGeom prst="rect">
                <a:avLst/>
              </a:prstGeom>
              <a:grpFill/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sp>
        <p:nvSpPr>
          <p:cNvPr id="150" name="ZoneTexte 149">
            <a:extLst>
              <a:ext uri="{FF2B5EF4-FFF2-40B4-BE49-F238E27FC236}">
                <a16:creationId xmlns:a16="http://schemas.microsoft.com/office/drawing/2014/main" id="{FD68793D-4379-4E9F-BBEB-A3D6DB8AE44A}"/>
              </a:ext>
            </a:extLst>
          </p:cNvPr>
          <p:cNvSpPr txBox="1"/>
          <p:nvPr/>
        </p:nvSpPr>
        <p:spPr>
          <a:xfrm>
            <a:off x="4760349" y="5780205"/>
            <a:ext cx="164295" cy="3199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151" name="ZoneTexte 150">
            <a:extLst>
              <a:ext uri="{FF2B5EF4-FFF2-40B4-BE49-F238E27FC236}">
                <a16:creationId xmlns:a16="http://schemas.microsoft.com/office/drawing/2014/main" id="{65E2318F-433F-4597-84E9-68DBAB7B1726}"/>
              </a:ext>
            </a:extLst>
          </p:cNvPr>
          <p:cNvSpPr txBox="1"/>
          <p:nvPr/>
        </p:nvSpPr>
        <p:spPr>
          <a:xfrm>
            <a:off x="4905605" y="5780205"/>
            <a:ext cx="164295" cy="3199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152" name="ZoneTexte 151">
            <a:extLst>
              <a:ext uri="{FF2B5EF4-FFF2-40B4-BE49-F238E27FC236}">
                <a16:creationId xmlns:a16="http://schemas.microsoft.com/office/drawing/2014/main" id="{0835FAE4-CFF5-42F0-ACFC-0FBC2F7A5937}"/>
              </a:ext>
            </a:extLst>
          </p:cNvPr>
          <p:cNvSpPr txBox="1"/>
          <p:nvPr/>
        </p:nvSpPr>
        <p:spPr>
          <a:xfrm>
            <a:off x="5030405" y="5780205"/>
            <a:ext cx="164295" cy="3199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153" name="ZoneTexte 152">
            <a:extLst>
              <a:ext uri="{FF2B5EF4-FFF2-40B4-BE49-F238E27FC236}">
                <a16:creationId xmlns:a16="http://schemas.microsoft.com/office/drawing/2014/main" id="{6747AB02-AB3C-4156-9979-BD61963A4135}"/>
              </a:ext>
            </a:extLst>
          </p:cNvPr>
          <p:cNvSpPr txBox="1"/>
          <p:nvPr/>
        </p:nvSpPr>
        <p:spPr>
          <a:xfrm>
            <a:off x="5159713" y="5780205"/>
            <a:ext cx="164295" cy="3199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84931C3F-80A1-4620-AB34-0503EBBC5F44}"/>
              </a:ext>
            </a:extLst>
          </p:cNvPr>
          <p:cNvSpPr txBox="1"/>
          <p:nvPr/>
        </p:nvSpPr>
        <p:spPr>
          <a:xfrm>
            <a:off x="5265779" y="5783485"/>
            <a:ext cx="164295" cy="3199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064D9BEE-116D-4594-A815-69334072E5EB}"/>
              </a:ext>
            </a:extLst>
          </p:cNvPr>
          <p:cNvSpPr txBox="1"/>
          <p:nvPr/>
        </p:nvSpPr>
        <p:spPr>
          <a:xfrm>
            <a:off x="5406274" y="5782968"/>
            <a:ext cx="164295" cy="3199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C92E4276-D6A8-4793-AFE7-5876097CAE47}"/>
              </a:ext>
            </a:extLst>
          </p:cNvPr>
          <p:cNvSpPr txBox="1"/>
          <p:nvPr/>
        </p:nvSpPr>
        <p:spPr>
          <a:xfrm>
            <a:off x="5533455" y="5782975"/>
            <a:ext cx="164295" cy="3199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157" name="ZoneTexte 156">
            <a:extLst>
              <a:ext uri="{FF2B5EF4-FFF2-40B4-BE49-F238E27FC236}">
                <a16:creationId xmlns:a16="http://schemas.microsoft.com/office/drawing/2014/main" id="{2ACA163D-D0D6-4989-89AC-AB9547FB2066}"/>
              </a:ext>
            </a:extLst>
          </p:cNvPr>
          <p:cNvSpPr txBox="1"/>
          <p:nvPr/>
        </p:nvSpPr>
        <p:spPr>
          <a:xfrm>
            <a:off x="5694793" y="5780249"/>
            <a:ext cx="164295" cy="3199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158" name="ZoneTexte 157">
            <a:extLst>
              <a:ext uri="{FF2B5EF4-FFF2-40B4-BE49-F238E27FC236}">
                <a16:creationId xmlns:a16="http://schemas.microsoft.com/office/drawing/2014/main" id="{48618245-6918-48E6-989C-5FCC43EA27B3}"/>
              </a:ext>
            </a:extLst>
          </p:cNvPr>
          <p:cNvSpPr txBox="1"/>
          <p:nvPr/>
        </p:nvSpPr>
        <p:spPr>
          <a:xfrm>
            <a:off x="5825979" y="5783650"/>
            <a:ext cx="164295" cy="3199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159" name="ZoneTexte 158">
            <a:extLst>
              <a:ext uri="{FF2B5EF4-FFF2-40B4-BE49-F238E27FC236}">
                <a16:creationId xmlns:a16="http://schemas.microsoft.com/office/drawing/2014/main" id="{4B4E719C-50FF-4F69-8158-C104CC53BF23}"/>
              </a:ext>
            </a:extLst>
          </p:cNvPr>
          <p:cNvSpPr txBox="1"/>
          <p:nvPr/>
        </p:nvSpPr>
        <p:spPr>
          <a:xfrm>
            <a:off x="5951791" y="5783650"/>
            <a:ext cx="164295" cy="3199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9FDE132B-952A-4A50-8B17-0EF59E443E5B}"/>
              </a:ext>
            </a:extLst>
          </p:cNvPr>
          <p:cNvSpPr txBox="1"/>
          <p:nvPr/>
        </p:nvSpPr>
        <p:spPr>
          <a:xfrm>
            <a:off x="6077603" y="5783650"/>
            <a:ext cx="164295" cy="3199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161" name="ZoneTexte 160">
            <a:extLst>
              <a:ext uri="{FF2B5EF4-FFF2-40B4-BE49-F238E27FC236}">
                <a16:creationId xmlns:a16="http://schemas.microsoft.com/office/drawing/2014/main" id="{1CBE38E7-0612-43D4-B94A-0F7BB01F9FD6}"/>
              </a:ext>
            </a:extLst>
          </p:cNvPr>
          <p:cNvSpPr txBox="1"/>
          <p:nvPr/>
        </p:nvSpPr>
        <p:spPr>
          <a:xfrm>
            <a:off x="6203733" y="5783650"/>
            <a:ext cx="164295" cy="3199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162" name="ZoneTexte 161">
            <a:extLst>
              <a:ext uri="{FF2B5EF4-FFF2-40B4-BE49-F238E27FC236}">
                <a16:creationId xmlns:a16="http://schemas.microsoft.com/office/drawing/2014/main" id="{0D04151D-492F-4E01-ABC9-03ED731F5DFC}"/>
              </a:ext>
            </a:extLst>
          </p:cNvPr>
          <p:cNvSpPr txBox="1"/>
          <p:nvPr/>
        </p:nvSpPr>
        <p:spPr>
          <a:xfrm>
            <a:off x="6366765" y="5783650"/>
            <a:ext cx="16429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63" name="ZoneTexte 162">
            <a:extLst>
              <a:ext uri="{FF2B5EF4-FFF2-40B4-BE49-F238E27FC236}">
                <a16:creationId xmlns:a16="http://schemas.microsoft.com/office/drawing/2014/main" id="{BAB011C3-5BB1-498D-9257-3665CB0CEB82}"/>
              </a:ext>
            </a:extLst>
          </p:cNvPr>
          <p:cNvSpPr txBox="1"/>
          <p:nvPr/>
        </p:nvSpPr>
        <p:spPr>
          <a:xfrm>
            <a:off x="6476408" y="5785073"/>
            <a:ext cx="16429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64" name="ZoneTexte 163">
            <a:extLst>
              <a:ext uri="{FF2B5EF4-FFF2-40B4-BE49-F238E27FC236}">
                <a16:creationId xmlns:a16="http://schemas.microsoft.com/office/drawing/2014/main" id="{511E3257-BE32-4121-B313-00EE3730F54D}"/>
              </a:ext>
            </a:extLst>
          </p:cNvPr>
          <p:cNvSpPr txBox="1"/>
          <p:nvPr/>
        </p:nvSpPr>
        <p:spPr>
          <a:xfrm>
            <a:off x="6594919" y="5784530"/>
            <a:ext cx="16429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65" name="ZoneTexte 164">
            <a:extLst>
              <a:ext uri="{FF2B5EF4-FFF2-40B4-BE49-F238E27FC236}">
                <a16:creationId xmlns:a16="http://schemas.microsoft.com/office/drawing/2014/main" id="{DE419D44-D119-425B-B0A2-C6A2630A4430}"/>
              </a:ext>
            </a:extLst>
          </p:cNvPr>
          <p:cNvSpPr txBox="1"/>
          <p:nvPr/>
        </p:nvSpPr>
        <p:spPr>
          <a:xfrm>
            <a:off x="6720931" y="5787083"/>
            <a:ext cx="150317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166" name="ZoneTexte 165">
            <a:extLst>
              <a:ext uri="{FF2B5EF4-FFF2-40B4-BE49-F238E27FC236}">
                <a16:creationId xmlns:a16="http://schemas.microsoft.com/office/drawing/2014/main" id="{432F4530-40D6-4CE5-8C58-CF7F9D771E04}"/>
              </a:ext>
            </a:extLst>
          </p:cNvPr>
          <p:cNvSpPr txBox="1"/>
          <p:nvPr/>
        </p:nvSpPr>
        <p:spPr>
          <a:xfrm>
            <a:off x="6834597" y="5787716"/>
            <a:ext cx="16429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167" name="ZoneTexte 166">
            <a:extLst>
              <a:ext uri="{FF2B5EF4-FFF2-40B4-BE49-F238E27FC236}">
                <a16:creationId xmlns:a16="http://schemas.microsoft.com/office/drawing/2014/main" id="{9B885B38-8B6C-4073-8B0B-48019F4D58B4}"/>
              </a:ext>
            </a:extLst>
          </p:cNvPr>
          <p:cNvSpPr txBox="1"/>
          <p:nvPr/>
        </p:nvSpPr>
        <p:spPr>
          <a:xfrm>
            <a:off x="6956633" y="5785073"/>
            <a:ext cx="16429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68" name="ZoneTexte 167">
            <a:extLst>
              <a:ext uri="{FF2B5EF4-FFF2-40B4-BE49-F238E27FC236}">
                <a16:creationId xmlns:a16="http://schemas.microsoft.com/office/drawing/2014/main" id="{09770342-BE94-4275-9ACA-26B29A959D07}"/>
              </a:ext>
            </a:extLst>
          </p:cNvPr>
          <p:cNvSpPr txBox="1"/>
          <p:nvPr/>
        </p:nvSpPr>
        <p:spPr>
          <a:xfrm>
            <a:off x="7056901" y="5785073"/>
            <a:ext cx="16429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169" name="ZoneTexte 168">
            <a:extLst>
              <a:ext uri="{FF2B5EF4-FFF2-40B4-BE49-F238E27FC236}">
                <a16:creationId xmlns:a16="http://schemas.microsoft.com/office/drawing/2014/main" id="{028CA32B-9303-4E7A-8491-8DB68443BE75}"/>
              </a:ext>
            </a:extLst>
          </p:cNvPr>
          <p:cNvSpPr txBox="1"/>
          <p:nvPr/>
        </p:nvSpPr>
        <p:spPr>
          <a:xfrm>
            <a:off x="7161768" y="5783492"/>
            <a:ext cx="16429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170" name="ZoneTexte 169">
            <a:extLst>
              <a:ext uri="{FF2B5EF4-FFF2-40B4-BE49-F238E27FC236}">
                <a16:creationId xmlns:a16="http://schemas.microsoft.com/office/drawing/2014/main" id="{ACFD9921-CE49-419F-82B1-7BB39FF69CF7}"/>
              </a:ext>
            </a:extLst>
          </p:cNvPr>
          <p:cNvSpPr txBox="1"/>
          <p:nvPr/>
        </p:nvSpPr>
        <p:spPr>
          <a:xfrm>
            <a:off x="7290223" y="5783492"/>
            <a:ext cx="16429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788653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265 0.00278 L 0.44336 -0.3206 " pathEditMode="relative" rAng="0" ptsTypes="AA">
                                      <p:cBhvr>
                                        <p:cTn id="18" dur="1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294" y="-1618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804 0.00695 L 0.34805 0.35301 " pathEditMode="relative" rAng="0" ptsTypes="AA">
                                      <p:cBhvr>
                                        <p:cTn id="24" dur="1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805" y="17292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037 0.00556 L -0.03373 -0.79421 " pathEditMode="relative" rAng="0" ptsTypes="AA">
                                      <p:cBhvr>
                                        <p:cTn id="26" dur="1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6" y="-40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250"/>
                            </p:stCondLst>
                            <p:childTnLst>
                              <p:par>
                                <p:cTn id="3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750"/>
                            </p:stCondLst>
                            <p:childTnLst>
                              <p:par>
                                <p:cTn id="3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25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500"/>
                            </p:stCondLst>
                            <p:childTnLst>
                              <p:par>
                                <p:cTn id="5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750"/>
                            </p:stCondLst>
                            <p:childTnLst>
                              <p:par>
                                <p:cTn id="5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000"/>
                            </p:stCondLst>
                            <p:childTnLst>
                              <p:par>
                                <p:cTn id="6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250"/>
                            </p:stCondLst>
                            <p:childTnLst>
                              <p:par>
                                <p:cTn id="69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778E-17 -4.07407E-6 L 0.2224 0.0007 " pathEditMode="relative" rAng="0" ptsTypes="AA">
                                      <p:cBhvr>
                                        <p:cTn id="7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120" y="23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250"/>
                            </p:stCondLst>
                            <p:childTnLst>
                              <p:par>
                                <p:cTn id="76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3.7037E-7 L 0.22344 -2.59259E-6 " pathEditMode="relative" rAng="0" ptsTypes="AA">
                                      <p:cBhvr>
                                        <p:cTn id="7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84" y="23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7750"/>
                            </p:stCondLst>
                            <p:childTnLst>
                              <p:par>
                                <p:cTn id="83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44444E-6 L 0.22292 -1.48148E-6 " pathEditMode="relative" rAng="0" ptsTypes="AA">
                                      <p:cBhvr>
                                        <p:cTn id="8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58" y="-23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250"/>
                            </p:stCondLst>
                            <p:childTnLst>
                              <p:par>
                                <p:cTn id="9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0 L 0.22279 0.00023 " pathEditMode="relative" rAng="0" ptsTypes="AA">
                                      <p:cBhvr>
                                        <p:cTn id="9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185" y="0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8750"/>
                            </p:stCondLst>
                            <p:childTnLst>
                              <p:par>
                                <p:cTn id="97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3.7037E-6 L 0.22279 -0.00047 " pathEditMode="relative" rAng="0" ptsTypes="AA">
                                      <p:cBhvr>
                                        <p:cTn id="9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107" y="-23"/>
                                    </p:animMotion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9250"/>
                            </p:stCondLst>
                            <p:childTnLst>
                              <p:par>
                                <p:cTn id="104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2.59259E-6 L 0.22279 -0.00093 " pathEditMode="relative" rAng="0" ptsTypes="AA">
                                      <p:cBhvr>
                                        <p:cTn id="10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107" y="-46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9750"/>
                            </p:stCondLst>
                            <p:childTnLst>
                              <p:par>
                                <p:cTn id="111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3.33333E-6 L 0.22188 0.00208 " pathEditMode="relative" rAng="0" ptsTypes="AA">
                                      <p:cBhvr>
                                        <p:cTn id="11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68" y="93"/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250"/>
                            </p:stCondLst>
                            <p:childTnLst>
                              <p:par>
                                <p:cTn id="1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500"/>
                            </p:stCondLst>
                            <p:childTnLst>
                              <p:par>
                                <p:cTn id="1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750"/>
                            </p:stCondLst>
                            <p:childTnLst>
                              <p:par>
                                <p:cTn id="1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1000"/>
                            </p:stCondLst>
                            <p:childTnLst>
                              <p:par>
                                <p:cTn id="1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1250"/>
                            </p:stCondLst>
                            <p:childTnLst>
                              <p:par>
                                <p:cTn id="1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1750"/>
                            </p:stCondLst>
                            <p:childTnLst>
                              <p:par>
                                <p:cTn id="15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2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2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08 -0.05741 L -1.78073 2.24976 " pathEditMode="relative" rAng="0" ptsTypes="AA">
                                      <p:cBhvr>
                                        <p:cTn id="160" dur="10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141" y="11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21750"/>
                            </p:stCondLst>
                            <p:childTnLst>
                              <p:par>
                                <p:cTn id="16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2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2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2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2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22000"/>
                            </p:stCondLst>
                            <p:childTnLst>
                              <p:par>
                                <p:cTn id="16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2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2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2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2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22250"/>
                            </p:stCondLst>
                            <p:childTnLst>
                              <p:par>
                                <p:cTn id="17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2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2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2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1" dur="2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22500"/>
                            </p:stCondLst>
                            <p:childTnLst>
                              <p:par>
                                <p:cTn id="18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2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2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2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8" dur="2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22750"/>
                            </p:stCondLst>
                            <p:childTnLst>
                              <p:par>
                                <p:cTn id="190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2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23000"/>
                            </p:stCondLst>
                            <p:childTnLst>
                              <p:par>
                                <p:cTn id="197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2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2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2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2" dur="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23250"/>
                            </p:stCondLst>
                            <p:childTnLst>
                              <p:par>
                                <p:cTn id="20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6" dur="2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2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2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23500"/>
                            </p:stCondLst>
                            <p:childTnLst>
                              <p:par>
                                <p:cTn id="211" presetID="2" presetClass="exit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2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25000"/>
                            </p:stCondLst>
                            <p:childTnLst>
                              <p:par>
                                <p:cTn id="216" presetID="22" presetClass="exit" presetSubtype="4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25750"/>
                            </p:stCondLst>
                            <p:childTnLst>
                              <p:par>
                                <p:cTn id="220" presetID="42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27750"/>
                            </p:stCondLst>
                            <p:childTnLst>
                              <p:par>
                                <p:cTn id="226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28250"/>
                            </p:stCondLst>
                            <p:childTnLst>
                              <p:par>
                                <p:cTn id="232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28750"/>
                            </p:stCondLst>
                            <p:childTnLst>
                              <p:par>
                                <p:cTn id="238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29250"/>
                            </p:stCondLst>
                            <p:childTnLst>
                              <p:par>
                                <p:cTn id="244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6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29750"/>
                            </p:stCondLst>
                            <p:childTnLst>
                              <p:par>
                                <p:cTn id="250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2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30250"/>
                            </p:stCondLst>
                            <p:childTnLst>
                              <p:par>
                                <p:cTn id="256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5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6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1000"/>
                            </p:stCondLst>
                            <p:childTnLst>
                              <p:par>
                                <p:cTn id="268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0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2000"/>
                            </p:stCondLst>
                            <p:childTnLst>
                              <p:par>
                                <p:cTn id="273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5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6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3000"/>
                            </p:stCondLst>
                            <p:childTnLst>
                              <p:par>
                                <p:cTn id="278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1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4000"/>
                            </p:stCondLst>
                            <p:childTnLst>
                              <p:par>
                                <p:cTn id="283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5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6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5000"/>
                            </p:stCondLst>
                            <p:childTnLst>
                              <p:par>
                                <p:cTn id="288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0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1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6000"/>
                            </p:stCondLst>
                            <p:childTnLst>
                              <p:par>
                                <p:cTn id="293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5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6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7" fill="hold">
                            <p:stCondLst>
                              <p:cond delay="7000"/>
                            </p:stCondLst>
                            <p:childTnLst>
                              <p:par>
                                <p:cTn id="298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0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1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8000"/>
                            </p:stCondLst>
                            <p:childTnLst>
                              <p:par>
                                <p:cTn id="303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5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6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9000"/>
                            </p:stCondLst>
                            <p:childTnLst>
                              <p:par>
                                <p:cTn id="308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0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1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2" fill="hold">
                            <p:stCondLst>
                              <p:cond delay="10000"/>
                            </p:stCondLst>
                            <p:childTnLst>
                              <p:par>
                                <p:cTn id="313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5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6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>
                            <p:stCondLst>
                              <p:cond delay="11000"/>
                            </p:stCondLst>
                            <p:childTnLst>
                              <p:par>
                                <p:cTn id="318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0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1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12000"/>
                            </p:stCondLst>
                            <p:childTnLst>
                              <p:par>
                                <p:cTn id="323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5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6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7" fill="hold">
                            <p:stCondLst>
                              <p:cond delay="13000"/>
                            </p:stCondLst>
                            <p:childTnLst>
                              <p:par>
                                <p:cTn id="328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0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1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" fill="hold">
                            <p:stCondLst>
                              <p:cond delay="14000"/>
                            </p:stCondLst>
                            <p:childTnLst>
                              <p:par>
                                <p:cTn id="333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5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6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15000"/>
                            </p:stCondLst>
                            <p:childTnLst>
                              <p:par>
                                <p:cTn id="338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0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1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2" fill="hold">
                            <p:stCondLst>
                              <p:cond delay="16000"/>
                            </p:stCondLst>
                            <p:childTnLst>
                              <p:par>
                                <p:cTn id="343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5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6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7" fill="hold">
                            <p:stCondLst>
                              <p:cond delay="17000"/>
                            </p:stCondLst>
                            <p:childTnLst>
                              <p:par>
                                <p:cTn id="348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0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1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18000"/>
                            </p:stCondLst>
                            <p:childTnLst>
                              <p:par>
                                <p:cTn id="353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5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6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7" fill="hold">
                            <p:stCondLst>
                              <p:cond delay="19000"/>
                            </p:stCondLst>
                            <p:childTnLst>
                              <p:par>
                                <p:cTn id="358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0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1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2" fill="hold">
                            <p:stCondLst>
                              <p:cond delay="20000"/>
                            </p:stCondLst>
                            <p:childTnLst>
                              <p:par>
                                <p:cTn id="363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5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6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7" fill="hold">
                            <p:stCondLst>
                              <p:cond delay="21000"/>
                            </p:stCondLst>
                            <p:childTnLst>
                              <p:par>
                                <p:cTn id="368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69" dur="25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0" dur="25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1" dur="25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21250"/>
                            </p:stCondLst>
                            <p:childTnLst>
                              <p:par>
                                <p:cTn id="373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74" dur="25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5" dur="25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6" dur="25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7" fill="hold">
                            <p:stCondLst>
                              <p:cond delay="21500"/>
                            </p:stCondLst>
                            <p:childTnLst>
                              <p:par>
                                <p:cTn id="378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79" dur="25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0" dur="25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1" dur="25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2" fill="hold">
                            <p:stCondLst>
                              <p:cond delay="21750"/>
                            </p:stCondLst>
                            <p:childTnLst>
                              <p:par>
                                <p:cTn id="383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84" dur="25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5" dur="25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6" dur="25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7" fill="hold">
                            <p:stCondLst>
                              <p:cond delay="22000"/>
                            </p:stCondLst>
                            <p:childTnLst>
                              <p:par>
                                <p:cTn id="388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89" dur="25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0" dur="25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1" dur="25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2" fill="hold">
                            <p:stCondLst>
                              <p:cond delay="22250"/>
                            </p:stCondLst>
                            <p:childTnLst>
                              <p:par>
                                <p:cTn id="393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94" dur="25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5" dur="25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6" dur="25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7" fill="hold">
                            <p:stCondLst>
                              <p:cond delay="22500"/>
                            </p:stCondLst>
                            <p:childTnLst>
                              <p:par>
                                <p:cTn id="398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99" dur="25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0" dur="25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1" dur="25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2" fill="hold">
                            <p:stCondLst>
                              <p:cond delay="22750"/>
                            </p:stCondLst>
                            <p:childTnLst>
                              <p:par>
                                <p:cTn id="403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04" dur="25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5" dur="25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6" dur="25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7" fill="hold">
                            <p:stCondLst>
                              <p:cond delay="23000"/>
                            </p:stCondLst>
                            <p:childTnLst>
                              <p:par>
                                <p:cTn id="408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09" dur="25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0" dur="25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1" dur="25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2" fill="hold">
                            <p:stCondLst>
                              <p:cond delay="23250"/>
                            </p:stCondLst>
                            <p:childTnLst>
                              <p:par>
                                <p:cTn id="413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14" dur="25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5" dur="25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6" dur="25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7" fill="hold">
                            <p:stCondLst>
                              <p:cond delay="23500"/>
                            </p:stCondLst>
                            <p:childTnLst>
                              <p:par>
                                <p:cTn id="418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19" dur="25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0" dur="25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1" dur="25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2" fill="hold">
                            <p:stCondLst>
                              <p:cond delay="23750"/>
                            </p:stCondLst>
                            <p:childTnLst>
                              <p:par>
                                <p:cTn id="423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24" dur="25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5" dur="25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6" dur="25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7" fill="hold">
                            <p:stCondLst>
                              <p:cond delay="24000"/>
                            </p:stCondLst>
                            <p:childTnLst>
                              <p:par>
                                <p:cTn id="428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29" dur="25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0" dur="25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1" dur="25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2" fill="hold">
                            <p:stCondLst>
                              <p:cond delay="24250"/>
                            </p:stCondLst>
                            <p:childTnLst>
                              <p:par>
                                <p:cTn id="433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34" dur="25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5" dur="25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6" dur="25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7" fill="hold">
                            <p:stCondLst>
                              <p:cond delay="24500"/>
                            </p:stCondLst>
                            <p:childTnLst>
                              <p:par>
                                <p:cTn id="438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39" dur="25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0" dur="25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1" dur="25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2" fill="hold">
                            <p:stCondLst>
                              <p:cond delay="24750"/>
                            </p:stCondLst>
                            <p:childTnLst>
                              <p:par>
                                <p:cTn id="443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44" dur="25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5" dur="25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6" dur="25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7" fill="hold">
                            <p:stCondLst>
                              <p:cond delay="25000"/>
                            </p:stCondLst>
                            <p:childTnLst>
                              <p:par>
                                <p:cTn id="448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49" dur="25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0" dur="25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1" dur="25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2" fill="hold">
                            <p:stCondLst>
                              <p:cond delay="25250"/>
                            </p:stCondLst>
                            <p:childTnLst>
                              <p:par>
                                <p:cTn id="453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54" dur="25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5" dur="25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6" dur="25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7" fill="hold">
                            <p:stCondLst>
                              <p:cond delay="25500"/>
                            </p:stCondLst>
                            <p:childTnLst>
                              <p:par>
                                <p:cTn id="458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59" dur="25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0" dur="25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1" dur="25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2" fill="hold">
                            <p:stCondLst>
                              <p:cond delay="25750"/>
                            </p:stCondLst>
                            <p:childTnLst>
                              <p:par>
                                <p:cTn id="463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64" dur="25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5" dur="25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6" dur="25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7" fill="hold">
                            <p:stCondLst>
                              <p:cond delay="26000"/>
                            </p:stCondLst>
                            <p:childTnLst>
                              <p:par>
                                <p:cTn id="468" presetID="1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69" dur="25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0" dur="25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1" dur="25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56" grpId="0"/>
      <p:bldP spid="75" grpId="0"/>
      <p:bldP spid="76" grpId="0"/>
      <p:bldP spid="77" grpId="0"/>
      <p:bldP spid="78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2" grpId="0" animBg="1"/>
      <p:bldP spid="2" grpId="1" animBg="1"/>
      <p:bldP spid="150" grpId="0"/>
      <p:bldP spid="150" grpId="1"/>
      <p:bldP spid="151" grpId="0"/>
      <p:bldP spid="151" grpId="1"/>
      <p:bldP spid="152" grpId="0"/>
      <p:bldP spid="152" grpId="1"/>
      <p:bldP spid="153" grpId="0"/>
      <p:bldP spid="153" grpId="1"/>
      <p:bldP spid="154" grpId="0"/>
      <p:bldP spid="154" grpId="1"/>
      <p:bldP spid="155" grpId="0"/>
      <p:bldP spid="155" grpId="1"/>
      <p:bldP spid="156" grpId="0"/>
      <p:bldP spid="156" grpId="1"/>
      <p:bldP spid="157" grpId="0"/>
      <p:bldP spid="157" grpId="1"/>
      <p:bldP spid="158" grpId="0"/>
      <p:bldP spid="158" grpId="1"/>
      <p:bldP spid="159" grpId="0"/>
      <p:bldP spid="159" grpId="1"/>
      <p:bldP spid="160" grpId="0"/>
      <p:bldP spid="160" grpId="1"/>
      <p:bldP spid="161" grpId="0"/>
      <p:bldP spid="161" grpId="1"/>
      <p:bldP spid="162" grpId="0"/>
      <p:bldP spid="162" grpId="1"/>
      <p:bldP spid="163" grpId="0"/>
      <p:bldP spid="163" grpId="1"/>
      <p:bldP spid="164" grpId="0"/>
      <p:bldP spid="164" grpId="1"/>
      <p:bldP spid="165" grpId="0"/>
      <p:bldP spid="165" grpId="1"/>
      <p:bldP spid="166" grpId="0"/>
      <p:bldP spid="166" grpId="1"/>
      <p:bldP spid="167" grpId="0"/>
      <p:bldP spid="167" grpId="1"/>
      <p:bldP spid="168" grpId="0"/>
      <p:bldP spid="168" grpId="1"/>
      <p:bldP spid="169" grpId="0"/>
      <p:bldP spid="169" grpId="1"/>
      <p:bldP spid="170" grpId="0"/>
      <p:bldP spid="170" grpId="1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2271</TotalTime>
  <Words>563</Words>
  <Application>Microsoft Office PowerPoint</Application>
  <PresentationFormat>Grand écran</PresentationFormat>
  <Paragraphs>188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USER</cp:lastModifiedBy>
  <cp:revision>145</cp:revision>
  <dcterms:created xsi:type="dcterms:W3CDTF">2026-06-25T13:49:04Z</dcterms:created>
  <dcterms:modified xsi:type="dcterms:W3CDTF">2026-07-01T22:33:21Z</dcterms:modified>
</cp:coreProperties>
</file>